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9" r:id="rId3"/>
    <p:sldId id="270" r:id="rId4"/>
    <p:sldId id="257" r:id="rId5"/>
    <p:sldId id="258" r:id="rId6"/>
    <p:sldId id="259" r:id="rId7"/>
    <p:sldId id="260" r:id="rId8"/>
    <p:sldId id="261" r:id="rId9"/>
    <p:sldId id="262" r:id="rId10"/>
    <p:sldId id="263" r:id="rId11"/>
    <p:sldId id="264" r:id="rId12"/>
    <p:sldId id="265" r:id="rId13"/>
    <p:sldId id="266" r:id="rId14"/>
    <p:sldId id="267" r:id="rId15"/>
    <p:sldId id="268" r:id="rId16"/>
    <p:sldId id="271" r:id="rId17"/>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188" y="6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157277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790397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tint val="82000"/>
                  </a:schemeClr>
                </a:solidFill>
              </a:defRPr>
            </a:lvl1pPr>
            <a:lvl2pPr marL="377967" indent="0">
              <a:buNone/>
              <a:defRPr sz="1653">
                <a:solidFill>
                  <a:schemeClr val="tx1">
                    <a:tint val="82000"/>
                  </a:schemeClr>
                </a:solidFill>
              </a:defRPr>
            </a:lvl2pPr>
            <a:lvl3pPr marL="755934" indent="0">
              <a:buNone/>
              <a:defRPr sz="1488">
                <a:solidFill>
                  <a:schemeClr val="tx1">
                    <a:tint val="82000"/>
                  </a:schemeClr>
                </a:solidFill>
              </a:defRPr>
            </a:lvl3pPr>
            <a:lvl4pPr marL="1133902" indent="0">
              <a:buNone/>
              <a:defRPr sz="1323">
                <a:solidFill>
                  <a:schemeClr val="tx1">
                    <a:tint val="82000"/>
                  </a:schemeClr>
                </a:solidFill>
              </a:defRPr>
            </a:lvl4pPr>
            <a:lvl5pPr marL="1511869" indent="0">
              <a:buNone/>
              <a:defRPr sz="1323">
                <a:solidFill>
                  <a:schemeClr val="tx1">
                    <a:tint val="82000"/>
                  </a:schemeClr>
                </a:solidFill>
              </a:defRPr>
            </a:lvl5pPr>
            <a:lvl6pPr marL="1889836" indent="0">
              <a:buNone/>
              <a:defRPr sz="1323">
                <a:solidFill>
                  <a:schemeClr val="tx1">
                    <a:tint val="82000"/>
                  </a:schemeClr>
                </a:solidFill>
              </a:defRPr>
            </a:lvl6pPr>
            <a:lvl7pPr marL="2267803" indent="0">
              <a:buNone/>
              <a:defRPr sz="1323">
                <a:solidFill>
                  <a:schemeClr val="tx1">
                    <a:tint val="82000"/>
                  </a:schemeClr>
                </a:solidFill>
              </a:defRPr>
            </a:lvl7pPr>
            <a:lvl8pPr marL="2645771" indent="0">
              <a:buNone/>
              <a:defRPr sz="1323">
                <a:solidFill>
                  <a:schemeClr val="tx1">
                    <a:tint val="82000"/>
                  </a:schemeClr>
                </a:solidFill>
              </a:defRPr>
            </a:lvl8pPr>
            <a:lvl9pPr marL="3023738" indent="0">
              <a:buNone/>
              <a:defRPr sz="132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330372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2867799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2210197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536940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1289867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3056513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dirty="0"/>
              <a:t>Click icon to add picture</a:t>
            </a:r>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1739869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1423719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BDAEF0-1C90-4C59-BAE2-7BC2B58B0A30}"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3E8BE-D49D-47BB-8239-19184778E977}" type="slidenum">
              <a:rPr lang="en-US" smtClean="0"/>
              <a:t>‹#›</a:t>
            </a:fld>
            <a:endParaRPr lang="en-US" dirty="0"/>
          </a:p>
        </p:txBody>
      </p:sp>
    </p:spTree>
    <p:extLst>
      <p:ext uri="{BB962C8B-B14F-4D97-AF65-F5344CB8AC3E}">
        <p14:creationId xmlns:p14="http://schemas.microsoft.com/office/powerpoint/2010/main" val="904866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82000"/>
                  </a:schemeClr>
                </a:solidFill>
              </a:defRPr>
            </a:lvl1pPr>
          </a:lstStyle>
          <a:p>
            <a:fld id="{7BBDAEF0-1C90-4C59-BAE2-7BC2B58B0A30}" type="datetimeFigureOut">
              <a:rPr lang="en-US" smtClean="0"/>
              <a:t>8/25/2026</a:t>
            </a:fld>
            <a:endParaRPr lang="en-US" dirty="0"/>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82000"/>
                  </a:schemeClr>
                </a:solidFill>
              </a:defRPr>
            </a:lvl1pPr>
          </a:lstStyle>
          <a:p>
            <a:fld id="{34F3E8BE-D49D-47BB-8239-19184778E977}" type="slidenum">
              <a:rPr lang="en-US" smtClean="0"/>
              <a:t>‹#›</a:t>
            </a:fld>
            <a:endParaRPr lang="en-US" dirty="0"/>
          </a:p>
        </p:txBody>
      </p:sp>
    </p:spTree>
    <p:extLst>
      <p:ext uri="{BB962C8B-B14F-4D97-AF65-F5344CB8AC3E}">
        <p14:creationId xmlns:p14="http://schemas.microsoft.com/office/powerpoint/2010/main" val="18775627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C6E75C62-CEA5-6C6E-E202-43D8D5D7CFC7}"/>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46" name="Freeform: Shape 45">
            <a:extLst>
              <a:ext uri="{FF2B5EF4-FFF2-40B4-BE49-F238E27FC236}">
                <a16:creationId xmlns:a16="http://schemas.microsoft.com/office/drawing/2014/main" id="{7329A363-77AE-9792-664D-397615C5CD41}"/>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7" name="TextBox 46">
            <a:extLst>
              <a:ext uri="{FF2B5EF4-FFF2-40B4-BE49-F238E27FC236}">
                <a16:creationId xmlns:a16="http://schemas.microsoft.com/office/drawing/2014/main" id="{C8E9A86E-4089-30E4-1AEA-C318B2981C94}"/>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48" name="TextBox 47">
            <a:extLst>
              <a:ext uri="{FF2B5EF4-FFF2-40B4-BE49-F238E27FC236}">
                <a16:creationId xmlns:a16="http://schemas.microsoft.com/office/drawing/2014/main" id="{70FB5875-649A-2B50-13CF-8618B60BAECF}"/>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49" name="TextBox 48">
            <a:extLst>
              <a:ext uri="{FF2B5EF4-FFF2-40B4-BE49-F238E27FC236}">
                <a16:creationId xmlns:a16="http://schemas.microsoft.com/office/drawing/2014/main" id="{922EA5F1-3DA7-941C-F612-7B040D2EB0BD}"/>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50" name="Freeform: Shape 49">
            <a:extLst>
              <a:ext uri="{FF2B5EF4-FFF2-40B4-BE49-F238E27FC236}">
                <a16:creationId xmlns:a16="http://schemas.microsoft.com/office/drawing/2014/main" id="{47D6A5C7-CF57-AF9A-E261-03735D6A5597}"/>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51" name="Freeform: Shape 50">
            <a:extLst>
              <a:ext uri="{FF2B5EF4-FFF2-40B4-BE49-F238E27FC236}">
                <a16:creationId xmlns:a16="http://schemas.microsoft.com/office/drawing/2014/main" id="{BDAA82E8-848A-1182-4FCA-CDDF6CA85AB8}"/>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52" name="TextBox 51">
            <a:extLst>
              <a:ext uri="{FF2B5EF4-FFF2-40B4-BE49-F238E27FC236}">
                <a16:creationId xmlns:a16="http://schemas.microsoft.com/office/drawing/2014/main" id="{9A6F5B23-6AEE-9EB0-83E2-815DBFCF0CF1}"/>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53" name="TextBox 52">
            <a:extLst>
              <a:ext uri="{FF2B5EF4-FFF2-40B4-BE49-F238E27FC236}">
                <a16:creationId xmlns:a16="http://schemas.microsoft.com/office/drawing/2014/main" id="{E3D6AF63-2EAE-50E8-F8A2-9808C6A08ED3}"/>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54" name="TextBox 53">
            <a:extLst>
              <a:ext uri="{FF2B5EF4-FFF2-40B4-BE49-F238E27FC236}">
                <a16:creationId xmlns:a16="http://schemas.microsoft.com/office/drawing/2014/main" id="{29EA6ABF-5D76-FD45-BFD4-69769245D4A9}"/>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55" name="Group 54">
            <a:extLst>
              <a:ext uri="{FF2B5EF4-FFF2-40B4-BE49-F238E27FC236}">
                <a16:creationId xmlns:a16="http://schemas.microsoft.com/office/drawing/2014/main" id="{522E55A2-E33B-C3D1-6F7A-618AE7CCB36B}"/>
              </a:ext>
            </a:extLst>
          </p:cNvPr>
          <p:cNvGrpSpPr/>
          <p:nvPr/>
        </p:nvGrpSpPr>
        <p:grpSpPr>
          <a:xfrm>
            <a:off x="2529841" y="1810160"/>
            <a:ext cx="5029834" cy="369332"/>
            <a:chOff x="2529841" y="1810160"/>
            <a:chExt cx="5029834" cy="369332"/>
          </a:xfrm>
        </p:grpSpPr>
        <p:sp>
          <p:nvSpPr>
            <p:cNvPr id="56" name="Rectangle 55">
              <a:extLst>
                <a:ext uri="{FF2B5EF4-FFF2-40B4-BE49-F238E27FC236}">
                  <a16:creationId xmlns:a16="http://schemas.microsoft.com/office/drawing/2014/main" id="{06E49C41-F2DF-7869-1C08-EB8D57CFDE60}"/>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57" name="Rectangle 56">
              <a:extLst>
                <a:ext uri="{FF2B5EF4-FFF2-40B4-BE49-F238E27FC236}">
                  <a16:creationId xmlns:a16="http://schemas.microsoft.com/office/drawing/2014/main" id="{B6E777BA-4B72-4FAE-41CE-4F97A58F9CBC}"/>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58" name="Graphic 1521">
              <a:extLst>
                <a:ext uri="{FF2B5EF4-FFF2-40B4-BE49-F238E27FC236}">
                  <a16:creationId xmlns:a16="http://schemas.microsoft.com/office/drawing/2014/main" id="{CA8FE8F3-0A32-BBA7-2CA2-1423694A2387}"/>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59" name="Graphic 1521">
            <a:extLst>
              <a:ext uri="{FF2B5EF4-FFF2-40B4-BE49-F238E27FC236}">
                <a16:creationId xmlns:a16="http://schemas.microsoft.com/office/drawing/2014/main" id="{80DCA707-313A-F040-2F70-B73A20286A12}"/>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60" name="TextBox 59">
            <a:extLst>
              <a:ext uri="{FF2B5EF4-FFF2-40B4-BE49-F238E27FC236}">
                <a16:creationId xmlns:a16="http://schemas.microsoft.com/office/drawing/2014/main" id="{DFA11871-927F-9B01-0A62-4DE83E8B8A13}"/>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61" name="TextBox 60">
            <a:extLst>
              <a:ext uri="{FF2B5EF4-FFF2-40B4-BE49-F238E27FC236}">
                <a16:creationId xmlns:a16="http://schemas.microsoft.com/office/drawing/2014/main" id="{CE503C86-A8C3-6C78-DC99-AC23C23F3685}"/>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62" name="TextBox 61">
            <a:extLst>
              <a:ext uri="{FF2B5EF4-FFF2-40B4-BE49-F238E27FC236}">
                <a16:creationId xmlns:a16="http://schemas.microsoft.com/office/drawing/2014/main" id="{745D5C2F-4A24-7A9A-442A-77B7D59335FF}"/>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63" name="TextBox 62">
            <a:extLst>
              <a:ext uri="{FF2B5EF4-FFF2-40B4-BE49-F238E27FC236}">
                <a16:creationId xmlns:a16="http://schemas.microsoft.com/office/drawing/2014/main" id="{FA8073A6-2EA4-778F-9438-7BD252C78161}"/>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1472" name="TextBox 1471">
            <a:extLst>
              <a:ext uri="{FF2B5EF4-FFF2-40B4-BE49-F238E27FC236}">
                <a16:creationId xmlns:a16="http://schemas.microsoft.com/office/drawing/2014/main" id="{AA2FE7A0-46AB-FDC8-068D-7B229637A56B}"/>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1473" name="TextBox 1472">
            <a:extLst>
              <a:ext uri="{FF2B5EF4-FFF2-40B4-BE49-F238E27FC236}">
                <a16:creationId xmlns:a16="http://schemas.microsoft.com/office/drawing/2014/main" id="{6CB52117-6A88-BEAB-2925-096D54D8145A}"/>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1474" name="Straight Connector 1473">
            <a:extLst>
              <a:ext uri="{FF2B5EF4-FFF2-40B4-BE49-F238E27FC236}">
                <a16:creationId xmlns:a16="http://schemas.microsoft.com/office/drawing/2014/main" id="{C6823C4E-1C09-F514-732C-B854911F2572}"/>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75" name="Straight Connector 1474">
            <a:extLst>
              <a:ext uri="{FF2B5EF4-FFF2-40B4-BE49-F238E27FC236}">
                <a16:creationId xmlns:a16="http://schemas.microsoft.com/office/drawing/2014/main" id="{71B740CF-A1AD-54BB-C8BD-7EE6128CAAA5}"/>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476" name="Group 1475">
            <a:extLst>
              <a:ext uri="{FF2B5EF4-FFF2-40B4-BE49-F238E27FC236}">
                <a16:creationId xmlns:a16="http://schemas.microsoft.com/office/drawing/2014/main" id="{F9338C90-49AA-B7CC-86F1-F8B679F900EB}"/>
              </a:ext>
            </a:extLst>
          </p:cNvPr>
          <p:cNvGrpSpPr/>
          <p:nvPr/>
        </p:nvGrpSpPr>
        <p:grpSpPr>
          <a:xfrm>
            <a:off x="2529841" y="3718360"/>
            <a:ext cx="5029834" cy="369332"/>
            <a:chOff x="2529841" y="1805398"/>
            <a:chExt cx="5029834" cy="369332"/>
          </a:xfrm>
        </p:grpSpPr>
        <p:sp>
          <p:nvSpPr>
            <p:cNvPr id="1477" name="Rectangle 1476">
              <a:extLst>
                <a:ext uri="{FF2B5EF4-FFF2-40B4-BE49-F238E27FC236}">
                  <a16:creationId xmlns:a16="http://schemas.microsoft.com/office/drawing/2014/main" id="{92D9C31C-6A19-0516-DB41-CEDA27B647DE}"/>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78" name="Rectangle 1477">
              <a:extLst>
                <a:ext uri="{FF2B5EF4-FFF2-40B4-BE49-F238E27FC236}">
                  <a16:creationId xmlns:a16="http://schemas.microsoft.com/office/drawing/2014/main" id="{B366A24B-D252-0F57-54F5-32256B0023A8}"/>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479" name="Graphic 1521">
              <a:extLst>
                <a:ext uri="{FF2B5EF4-FFF2-40B4-BE49-F238E27FC236}">
                  <a16:creationId xmlns:a16="http://schemas.microsoft.com/office/drawing/2014/main" id="{6EEFB29E-E6AD-17C9-97E7-08434EDA07B8}"/>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1480" name="Group 1479">
            <a:extLst>
              <a:ext uri="{FF2B5EF4-FFF2-40B4-BE49-F238E27FC236}">
                <a16:creationId xmlns:a16="http://schemas.microsoft.com/office/drawing/2014/main" id="{091468D4-1EF5-93CF-83A6-6F1F27908B9B}"/>
              </a:ext>
            </a:extLst>
          </p:cNvPr>
          <p:cNvGrpSpPr/>
          <p:nvPr/>
        </p:nvGrpSpPr>
        <p:grpSpPr>
          <a:xfrm>
            <a:off x="2529841" y="6114999"/>
            <a:ext cx="5029834" cy="369332"/>
            <a:chOff x="2529841" y="1807779"/>
            <a:chExt cx="5029834" cy="369332"/>
          </a:xfrm>
        </p:grpSpPr>
        <p:sp>
          <p:nvSpPr>
            <p:cNvPr id="1481" name="Rectangle 1480">
              <a:extLst>
                <a:ext uri="{FF2B5EF4-FFF2-40B4-BE49-F238E27FC236}">
                  <a16:creationId xmlns:a16="http://schemas.microsoft.com/office/drawing/2014/main" id="{3532E359-4543-8E54-591D-253B07C9F91B}"/>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82" name="Rectangle 1481">
              <a:extLst>
                <a:ext uri="{FF2B5EF4-FFF2-40B4-BE49-F238E27FC236}">
                  <a16:creationId xmlns:a16="http://schemas.microsoft.com/office/drawing/2014/main" id="{4F017FAB-DD92-6C08-9DAF-1C70EA1AD2B9}"/>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484" name="Graphic 1521">
              <a:extLst>
                <a:ext uri="{FF2B5EF4-FFF2-40B4-BE49-F238E27FC236}">
                  <a16:creationId xmlns:a16="http://schemas.microsoft.com/office/drawing/2014/main" id="{13A13B45-18A6-3DB9-953F-7E632CD857C0}"/>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30861F8A-A90C-3569-416E-2F0F60F6C455}"/>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2930CE4F-D1C1-2B31-8BB0-2F5817E54AA2}"/>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1D38F38D-198E-89D6-2A4E-F2CB0940B4BF}"/>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C836FD66-56DD-7C9B-2778-D5160DF9AA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E3ABFF2D-879E-6C2F-C70B-5A7F78781911}"/>
              </a:ext>
            </a:extLst>
          </p:cNvPr>
          <p:cNvSpPr txBox="1"/>
          <p:nvPr/>
        </p:nvSpPr>
        <p:spPr>
          <a:xfrm>
            <a:off x="1330881" y="464241"/>
            <a:ext cx="3724481"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Amr El-Sagher</a:t>
            </a:r>
          </a:p>
        </p:txBody>
      </p:sp>
      <p:sp>
        <p:nvSpPr>
          <p:cNvPr id="1520" name="TextBox 1519">
            <a:extLst>
              <a:ext uri="{FF2B5EF4-FFF2-40B4-BE49-F238E27FC236}">
                <a16:creationId xmlns:a16="http://schemas.microsoft.com/office/drawing/2014/main" id="{C37CBFEF-FF79-B66A-B078-995FCCBDB4FF}"/>
              </a:ext>
            </a:extLst>
          </p:cNvPr>
          <p:cNvSpPr txBox="1"/>
          <p:nvPr/>
        </p:nvSpPr>
        <p:spPr>
          <a:xfrm>
            <a:off x="1330881" y="916727"/>
            <a:ext cx="3755772"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Chief  Administrative Offcer (CAO)</a:t>
            </a:r>
          </a:p>
        </p:txBody>
      </p:sp>
    </p:spTree>
    <p:extLst>
      <p:ext uri="{BB962C8B-B14F-4D97-AF65-F5344CB8AC3E}">
        <p14:creationId xmlns:p14="http://schemas.microsoft.com/office/powerpoint/2010/main" val="3396325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E4C6A-D7E6-0D6A-7E6C-4298175A478F}"/>
            </a:ext>
          </a:extLst>
        </p:cNvPr>
        <p:cNvGrpSpPr/>
        <p:nvPr/>
      </p:nvGrpSpPr>
      <p:grpSpPr>
        <a:xfrm>
          <a:off x="0" y="0"/>
          <a:ext cx="0" cy="0"/>
          <a:chOff x="0" y="0"/>
          <a:chExt cx="0" cy="0"/>
        </a:xfrm>
      </p:grpSpPr>
      <p:sp>
        <p:nvSpPr>
          <p:cNvPr id="1499" name="Rectangle 1498">
            <a:extLst>
              <a:ext uri="{FF2B5EF4-FFF2-40B4-BE49-F238E27FC236}">
                <a16:creationId xmlns:a16="http://schemas.microsoft.com/office/drawing/2014/main" id="{DE428E76-95EF-14AA-2B1D-0D32883D779F}"/>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1501" name="Freeform: Shape 1500">
            <a:extLst>
              <a:ext uri="{FF2B5EF4-FFF2-40B4-BE49-F238E27FC236}">
                <a16:creationId xmlns:a16="http://schemas.microsoft.com/office/drawing/2014/main" id="{F4E0CF87-635A-9E92-B8C5-3DB31BDA33D3}"/>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1505" name="TextBox 1504">
            <a:extLst>
              <a:ext uri="{FF2B5EF4-FFF2-40B4-BE49-F238E27FC236}">
                <a16:creationId xmlns:a16="http://schemas.microsoft.com/office/drawing/2014/main" id="{82F92EDF-E7C1-6ACB-40D4-6061C4604084}"/>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1506" name="TextBox 1505">
            <a:extLst>
              <a:ext uri="{FF2B5EF4-FFF2-40B4-BE49-F238E27FC236}">
                <a16:creationId xmlns:a16="http://schemas.microsoft.com/office/drawing/2014/main" id="{4F52FB1A-22CE-1296-AC5D-C7EC5B4D2780}"/>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1507" name="TextBox 1506">
            <a:extLst>
              <a:ext uri="{FF2B5EF4-FFF2-40B4-BE49-F238E27FC236}">
                <a16:creationId xmlns:a16="http://schemas.microsoft.com/office/drawing/2014/main" id="{3EF848C3-01D8-38F7-B21E-FB1F05AC252C}"/>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1511" name="Freeform: Shape 1510">
            <a:extLst>
              <a:ext uri="{FF2B5EF4-FFF2-40B4-BE49-F238E27FC236}">
                <a16:creationId xmlns:a16="http://schemas.microsoft.com/office/drawing/2014/main" id="{04ECB8F2-F79B-4D78-1CE3-DFAFE5483AA6}"/>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1512" name="Freeform: Shape 1511">
            <a:extLst>
              <a:ext uri="{FF2B5EF4-FFF2-40B4-BE49-F238E27FC236}">
                <a16:creationId xmlns:a16="http://schemas.microsoft.com/office/drawing/2014/main" id="{2EBDAD69-4ECB-BA71-DC0F-7F7C2B1E54DB}"/>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1513" name="TextBox 1512">
            <a:extLst>
              <a:ext uri="{FF2B5EF4-FFF2-40B4-BE49-F238E27FC236}">
                <a16:creationId xmlns:a16="http://schemas.microsoft.com/office/drawing/2014/main" id="{DB469072-8C70-6B19-B7DE-787B2042E0A7}"/>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514" name="TextBox 1513">
            <a:extLst>
              <a:ext uri="{FF2B5EF4-FFF2-40B4-BE49-F238E27FC236}">
                <a16:creationId xmlns:a16="http://schemas.microsoft.com/office/drawing/2014/main" id="{146CB7CE-A041-D981-BFBF-A1292690F7C8}"/>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515" name="TextBox 1514">
            <a:extLst>
              <a:ext uri="{FF2B5EF4-FFF2-40B4-BE49-F238E27FC236}">
                <a16:creationId xmlns:a16="http://schemas.microsoft.com/office/drawing/2014/main" id="{95A8E130-0691-9536-73B1-ACD9ACF0A677}"/>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516" name="Group 1515">
            <a:extLst>
              <a:ext uri="{FF2B5EF4-FFF2-40B4-BE49-F238E27FC236}">
                <a16:creationId xmlns:a16="http://schemas.microsoft.com/office/drawing/2014/main" id="{AC85868C-9402-9E09-7131-4AB5CA9B3258}"/>
              </a:ext>
            </a:extLst>
          </p:cNvPr>
          <p:cNvGrpSpPr/>
          <p:nvPr/>
        </p:nvGrpSpPr>
        <p:grpSpPr>
          <a:xfrm>
            <a:off x="2529841" y="1810160"/>
            <a:ext cx="5029834" cy="369332"/>
            <a:chOff x="2529841" y="1810160"/>
            <a:chExt cx="5029834" cy="369332"/>
          </a:xfrm>
        </p:grpSpPr>
        <p:sp>
          <p:nvSpPr>
            <p:cNvPr id="1517" name="Rectangle 1516">
              <a:extLst>
                <a:ext uri="{FF2B5EF4-FFF2-40B4-BE49-F238E27FC236}">
                  <a16:creationId xmlns:a16="http://schemas.microsoft.com/office/drawing/2014/main" id="{E1305668-A12A-8BE6-7FD4-F3FF82EDA9FB}"/>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518" name="Rectangle 1517">
              <a:extLst>
                <a:ext uri="{FF2B5EF4-FFF2-40B4-BE49-F238E27FC236}">
                  <a16:creationId xmlns:a16="http://schemas.microsoft.com/office/drawing/2014/main" id="{2FD9F96D-07AA-DF15-E4BF-D252165D15DB}"/>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21" name="Graphic 1521">
              <a:extLst>
                <a:ext uri="{FF2B5EF4-FFF2-40B4-BE49-F238E27FC236}">
                  <a16:creationId xmlns:a16="http://schemas.microsoft.com/office/drawing/2014/main" id="{5A34381C-D716-4713-075D-87F407415E4B}"/>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522" name="Graphic 1521">
            <a:extLst>
              <a:ext uri="{FF2B5EF4-FFF2-40B4-BE49-F238E27FC236}">
                <a16:creationId xmlns:a16="http://schemas.microsoft.com/office/drawing/2014/main" id="{1785A810-B32A-C29E-991A-FF7D93F46F5D}"/>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526" name="TextBox 1525">
            <a:extLst>
              <a:ext uri="{FF2B5EF4-FFF2-40B4-BE49-F238E27FC236}">
                <a16:creationId xmlns:a16="http://schemas.microsoft.com/office/drawing/2014/main" id="{385FB032-ED03-A15F-645C-B62BF5DC33FD}"/>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527" name="TextBox 1526">
            <a:extLst>
              <a:ext uri="{FF2B5EF4-FFF2-40B4-BE49-F238E27FC236}">
                <a16:creationId xmlns:a16="http://schemas.microsoft.com/office/drawing/2014/main" id="{CDAABA66-3141-BF03-C528-2ED035092057}"/>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528" name="TextBox 1527">
            <a:extLst>
              <a:ext uri="{FF2B5EF4-FFF2-40B4-BE49-F238E27FC236}">
                <a16:creationId xmlns:a16="http://schemas.microsoft.com/office/drawing/2014/main" id="{92FB835B-D2C8-51DE-C288-B41540597389}"/>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1529" name="TextBox 1528">
            <a:extLst>
              <a:ext uri="{FF2B5EF4-FFF2-40B4-BE49-F238E27FC236}">
                <a16:creationId xmlns:a16="http://schemas.microsoft.com/office/drawing/2014/main" id="{922A7177-EDE1-F44A-3B06-EE0AFEDB8C61}"/>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1530" name="TextBox 1529">
            <a:extLst>
              <a:ext uri="{FF2B5EF4-FFF2-40B4-BE49-F238E27FC236}">
                <a16:creationId xmlns:a16="http://schemas.microsoft.com/office/drawing/2014/main" id="{CDD0FE85-A82D-ADD9-5BC9-B32D9A11FC1C}"/>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1531" name="TextBox 1530">
            <a:extLst>
              <a:ext uri="{FF2B5EF4-FFF2-40B4-BE49-F238E27FC236}">
                <a16:creationId xmlns:a16="http://schemas.microsoft.com/office/drawing/2014/main" id="{58079804-23BE-CFDE-0A80-ED591846DBBB}"/>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1532" name="Straight Connector 1531">
            <a:extLst>
              <a:ext uri="{FF2B5EF4-FFF2-40B4-BE49-F238E27FC236}">
                <a16:creationId xmlns:a16="http://schemas.microsoft.com/office/drawing/2014/main" id="{80306417-DDA5-65D4-DA0E-4125A5729526}"/>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533" name="Straight Connector 1532">
            <a:extLst>
              <a:ext uri="{FF2B5EF4-FFF2-40B4-BE49-F238E27FC236}">
                <a16:creationId xmlns:a16="http://schemas.microsoft.com/office/drawing/2014/main" id="{72DBB6EC-4B5F-F1E9-F1EA-49FF049B7E8A}"/>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534" name="Group 1533">
            <a:extLst>
              <a:ext uri="{FF2B5EF4-FFF2-40B4-BE49-F238E27FC236}">
                <a16:creationId xmlns:a16="http://schemas.microsoft.com/office/drawing/2014/main" id="{47085E1C-270C-1E55-4D82-24D3FECD195F}"/>
              </a:ext>
            </a:extLst>
          </p:cNvPr>
          <p:cNvGrpSpPr/>
          <p:nvPr/>
        </p:nvGrpSpPr>
        <p:grpSpPr>
          <a:xfrm>
            <a:off x="2529841" y="3718360"/>
            <a:ext cx="5029834" cy="369332"/>
            <a:chOff x="2529841" y="1805398"/>
            <a:chExt cx="5029834" cy="369332"/>
          </a:xfrm>
        </p:grpSpPr>
        <p:sp>
          <p:nvSpPr>
            <p:cNvPr id="1536" name="Rectangle 1535">
              <a:extLst>
                <a:ext uri="{FF2B5EF4-FFF2-40B4-BE49-F238E27FC236}">
                  <a16:creationId xmlns:a16="http://schemas.microsoft.com/office/drawing/2014/main" id="{27F93101-F7FD-4D52-EAAD-C8F81103B06B}"/>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537" name="Rectangle 1536">
              <a:extLst>
                <a:ext uri="{FF2B5EF4-FFF2-40B4-BE49-F238E27FC236}">
                  <a16:creationId xmlns:a16="http://schemas.microsoft.com/office/drawing/2014/main" id="{828F9092-B473-BF72-35F2-4624CAB8B097}"/>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38" name="Graphic 1521">
              <a:extLst>
                <a:ext uri="{FF2B5EF4-FFF2-40B4-BE49-F238E27FC236}">
                  <a16:creationId xmlns:a16="http://schemas.microsoft.com/office/drawing/2014/main" id="{86441769-45ED-F646-1D5A-17635BACF2FC}"/>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1539" name="Group 1538">
            <a:extLst>
              <a:ext uri="{FF2B5EF4-FFF2-40B4-BE49-F238E27FC236}">
                <a16:creationId xmlns:a16="http://schemas.microsoft.com/office/drawing/2014/main" id="{B1012D59-82A5-6A3E-EF5F-FBFDA5C960C6}"/>
              </a:ext>
            </a:extLst>
          </p:cNvPr>
          <p:cNvGrpSpPr/>
          <p:nvPr/>
        </p:nvGrpSpPr>
        <p:grpSpPr>
          <a:xfrm>
            <a:off x="2529841" y="6114999"/>
            <a:ext cx="5029834" cy="369332"/>
            <a:chOff x="2529841" y="1807779"/>
            <a:chExt cx="5029834" cy="369332"/>
          </a:xfrm>
        </p:grpSpPr>
        <p:sp>
          <p:nvSpPr>
            <p:cNvPr id="1541" name="Rectangle 1540">
              <a:extLst>
                <a:ext uri="{FF2B5EF4-FFF2-40B4-BE49-F238E27FC236}">
                  <a16:creationId xmlns:a16="http://schemas.microsoft.com/office/drawing/2014/main" id="{76E8BC91-65D8-505F-70DA-6DDC82FE3E92}"/>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542" name="Rectangle 1541">
              <a:extLst>
                <a:ext uri="{FF2B5EF4-FFF2-40B4-BE49-F238E27FC236}">
                  <a16:creationId xmlns:a16="http://schemas.microsoft.com/office/drawing/2014/main" id="{B99782F2-B677-2B8E-A3FE-40D03CA74434}"/>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44" name="Graphic 1521">
              <a:extLst>
                <a:ext uri="{FF2B5EF4-FFF2-40B4-BE49-F238E27FC236}">
                  <a16:creationId xmlns:a16="http://schemas.microsoft.com/office/drawing/2014/main" id="{9D721C3B-A9E4-7A66-7599-9518D6714C69}"/>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4669A60C-561E-4645-9AA1-4AC8A1BAD6C6}"/>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418B8ABE-BB7F-D1D5-2839-99D01D70C748}"/>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BD335F2B-0A9E-5DB1-AB68-DC1800ED93AB}"/>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09ABD7F4-2785-08AE-3371-5D84EE8F82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67F1F065-1907-FCBE-B301-2A777F5949B8}"/>
              </a:ext>
            </a:extLst>
          </p:cNvPr>
          <p:cNvSpPr txBox="1"/>
          <p:nvPr/>
        </p:nvSpPr>
        <p:spPr>
          <a:xfrm>
            <a:off x="1330881" y="464241"/>
            <a:ext cx="3754489" cy="584775"/>
          </a:xfrm>
          <a:prstGeom prst="rect">
            <a:avLst/>
          </a:prstGeom>
          <a:noFill/>
        </p:spPr>
        <p:txBody>
          <a:bodyPr wrap="none" rtlCol="0">
            <a:spAutoFit/>
          </a:bodyPr>
          <a:lstStyle/>
          <a:p>
            <a:pPr algn="l"/>
            <a:r>
              <a:rPr lang="en-GB" sz="3200" b="1" dirty="0">
                <a:ln/>
                <a:solidFill>
                  <a:srgbClr val="FFFFFF"/>
                </a:solidFill>
                <a:latin typeface="Dubai"/>
                <a:cs typeface="Dubai"/>
                <a:sym typeface="Dubai"/>
                <a:rtl val="0"/>
              </a:rPr>
              <a:t>Dr. Mohamed </a:t>
            </a:r>
            <a:r>
              <a:rPr lang="en-GB" sz="3200" b="1" dirty="0" err="1">
                <a:ln/>
                <a:solidFill>
                  <a:srgbClr val="FFFFFF"/>
                </a:solidFill>
                <a:latin typeface="Dubai"/>
                <a:cs typeface="Dubai"/>
                <a:sym typeface="Dubai"/>
                <a:rtl val="0"/>
              </a:rPr>
              <a:t>Badwy</a:t>
            </a:r>
            <a:endParaRPr lang="en-US" sz="3200" b="1" spc="0" baseline="0" dirty="0">
              <a:ln/>
              <a:solidFill>
                <a:srgbClr val="FFFFFF"/>
              </a:solidFill>
              <a:latin typeface="Dubai"/>
              <a:cs typeface="Dubai"/>
              <a:sym typeface="Dubai"/>
              <a:rtl val="0"/>
            </a:endParaRPr>
          </a:p>
        </p:txBody>
      </p:sp>
      <p:sp>
        <p:nvSpPr>
          <p:cNvPr id="1520" name="TextBox 1519">
            <a:extLst>
              <a:ext uri="{FF2B5EF4-FFF2-40B4-BE49-F238E27FC236}">
                <a16:creationId xmlns:a16="http://schemas.microsoft.com/office/drawing/2014/main" id="{956792FF-EA73-A007-1A7A-8D5A198B6BDE}"/>
              </a:ext>
            </a:extLst>
          </p:cNvPr>
          <p:cNvSpPr txBox="1"/>
          <p:nvPr/>
        </p:nvSpPr>
        <p:spPr>
          <a:xfrm>
            <a:off x="1330881" y="916727"/>
            <a:ext cx="3225307"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Chief Executive Officer (CEO)</a:t>
            </a:r>
          </a:p>
        </p:txBody>
      </p:sp>
    </p:spTree>
    <p:extLst>
      <p:ext uri="{BB962C8B-B14F-4D97-AF65-F5344CB8AC3E}">
        <p14:creationId xmlns:p14="http://schemas.microsoft.com/office/powerpoint/2010/main" val="3560323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B7BE-F875-54A0-D6E9-424AC36AED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E05D18-D5AF-D58E-7FE5-5D590B25349E}"/>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02D3A932-16A5-09D9-5C64-A4E2002F2C1A}"/>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7043FB6E-1B6A-5576-BFCD-688E74819DE6}"/>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7BFE23C4-7ACD-10B5-78B0-A2BB8F38AEC6}"/>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417B21E0-9554-E71E-8160-A1108FC6B5BE}"/>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8149746F-38A9-60F4-DAE5-59DE574B8405}"/>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B27A1608-E008-5B8E-0797-AFEBE936A4FB}"/>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36BBBBE7-1D38-D4CE-2A2E-542A7627FBF6}"/>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0B8BE2B3-AC8D-A578-AE1C-747635F48AFA}"/>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40FDD5F0-6A73-198F-803D-D41E8F3D5D84}"/>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FADD27EF-4518-51AB-9139-93033D002505}"/>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36142861-C62D-898F-7A4E-FF3322C46462}"/>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A9B69067-989A-51AD-60A9-B36854A066EC}"/>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F38B5347-3B35-E70A-4F40-B96DB319936A}"/>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8F979330-D1EE-D69A-5D06-86758EFA431D}"/>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D0E08D1D-9D65-453E-43E0-E99F8FFAFCCA}"/>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0482F367-8945-9D65-3DD4-3DDF57338263}"/>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A3F471D5-1EC0-F5C7-56C3-3B237A9B12DE}"/>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F0333F4D-0610-3ABD-2E7D-53FF5E084BA1}"/>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226449FD-E8F2-44A5-32BF-49CCB6E84DC6}"/>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443FC264-860F-F4E4-D7BD-5DA2308B9620}"/>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FADEF211-4AE9-99C7-37DC-9998D3265BCC}"/>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4F62D924-2631-27E1-BD6E-1A25AF84AED4}"/>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DBF85CE4-5B69-FF9B-A7E7-F6BEB2ED3767}"/>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7952432E-E78D-C602-5A39-DBCE04B15BEF}"/>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DA531B98-90CF-3473-61BC-1065754A52D5}"/>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B5D6EA58-CA34-AD37-C35A-9DA98DECEDA1}"/>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9FB755DA-C31B-9C2C-D948-EDBE027E9C6F}"/>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5042B99D-EBDC-2CD1-F5B5-0EEBFF07BE84}"/>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3BBF0D7F-3DC0-0A50-376A-FA39241F5B9D}"/>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1888B339-3D15-07DD-FF11-0332D7F5CC3C}"/>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9E852DE7-F3B2-4C6A-EAC1-0BB64222BA9C}"/>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BE878483-0F43-E3EE-F41F-31FBBE8417A9}"/>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C67CBD33-A996-241A-1246-9C5BE1B353F1}"/>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F9D055EF-7681-F1C5-655C-70D67F3B86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4AC0D8BB-9B5E-ACDF-B61F-F1E2C4EAD9CB}"/>
              </a:ext>
            </a:extLst>
          </p:cNvPr>
          <p:cNvSpPr txBox="1"/>
          <p:nvPr/>
        </p:nvSpPr>
        <p:spPr>
          <a:xfrm>
            <a:off x="1330881" y="464241"/>
            <a:ext cx="2971326" cy="584775"/>
          </a:xfrm>
          <a:prstGeom prst="rect">
            <a:avLst/>
          </a:prstGeom>
          <a:noFill/>
        </p:spPr>
        <p:txBody>
          <a:bodyPr wrap="none" rtlCol="0">
            <a:spAutoFit/>
          </a:bodyPr>
          <a:lstStyle/>
          <a:p>
            <a:pPr algn="l"/>
            <a:r>
              <a:rPr lang="en-GB" sz="3200" b="1" dirty="0">
                <a:ln/>
                <a:solidFill>
                  <a:srgbClr val="FFFFFF"/>
                </a:solidFill>
                <a:latin typeface="Dubai"/>
                <a:cs typeface="Dubai"/>
                <a:sym typeface="Dubai"/>
                <a:rtl val="0"/>
              </a:rPr>
              <a:t>Mr. Adel Ahmed</a:t>
            </a:r>
            <a:endParaRPr lang="en-US" sz="3200" b="1" spc="0" baseline="0" dirty="0">
              <a:ln/>
              <a:solidFill>
                <a:srgbClr val="FFFFFF"/>
              </a:solidFill>
              <a:latin typeface="Dubai"/>
              <a:cs typeface="Dubai"/>
              <a:sym typeface="Dubai"/>
              <a:rtl val="0"/>
            </a:endParaRPr>
          </a:p>
        </p:txBody>
      </p:sp>
      <p:sp>
        <p:nvSpPr>
          <p:cNvPr id="1520" name="TextBox 1519">
            <a:extLst>
              <a:ext uri="{FF2B5EF4-FFF2-40B4-BE49-F238E27FC236}">
                <a16:creationId xmlns:a16="http://schemas.microsoft.com/office/drawing/2014/main" id="{02DD7EF1-6FF8-25B5-0676-64DBC824A157}"/>
              </a:ext>
            </a:extLst>
          </p:cNvPr>
          <p:cNvSpPr txBox="1"/>
          <p:nvPr/>
        </p:nvSpPr>
        <p:spPr>
          <a:xfrm>
            <a:off x="1330881" y="916727"/>
            <a:ext cx="3225307"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Chief Executive Officer (CEO)</a:t>
            </a:r>
          </a:p>
        </p:txBody>
      </p:sp>
    </p:spTree>
    <p:extLst>
      <p:ext uri="{BB962C8B-B14F-4D97-AF65-F5344CB8AC3E}">
        <p14:creationId xmlns:p14="http://schemas.microsoft.com/office/powerpoint/2010/main" val="3266797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7BE55-EF2D-41E3-D87E-38536F2252F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9419FB7-42F3-516E-1943-7DE9E84A0C0D}"/>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233EFAD8-6C9E-35F7-375B-B8BBDD71217A}"/>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09754C99-ACE3-B308-04C3-E53191795BEC}"/>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81C41814-1056-D501-4A2A-56D7BA681275}"/>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E3678AE0-D69F-D422-A56A-85B44C99D48C}"/>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FE592BF2-5F5B-2C1B-E870-8D94A9209509}"/>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60589701-B502-4F0B-8CF4-216D30AFE32C}"/>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17940263-A061-53A6-0148-B625E6B0687F}"/>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586D3D3D-379C-8A44-4AD3-C327ECD5D27D}"/>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E99C9BB7-E604-3AEE-5F48-E723B6E34A69}"/>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C12EB417-C1DD-591E-AE15-5FE75614D9E0}"/>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EF5985E9-BFA7-DB7B-22A6-7CEF7E84C5EA}"/>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711A1393-AC55-254A-E8CE-0E72A9290632}"/>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7A3123DA-97EA-2B7D-3D82-601DBEFFE8C6}"/>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30D99F84-B749-F4FE-1481-0FE6BB314375}"/>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4B6FB07F-0F00-9F2B-AD06-CDE9A391D66C}"/>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8219AFC9-24D3-7BA6-FC2E-D19BC2E934FE}"/>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4D74BCE2-CD73-AA5B-101A-231BBE7FEBD6}"/>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9B529F67-AE8F-F2B8-B0C8-82ABD94EB031}"/>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BE75ABD0-8F16-539E-CE0B-D2ACEF29D011}"/>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9018FA48-98E5-5DF0-65F3-94DCABA1FFB9}"/>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0DAB2171-C93F-5202-2973-249DD7AA7C63}"/>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255085E-257F-7D04-08D6-BABD58C334BB}"/>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881BC181-34F1-DAB6-4671-A7B01EF851FE}"/>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0EA09554-55D5-DD7D-DD3B-4BC29BC51474}"/>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9ACF8E53-72EE-BFA5-CDBF-4C26C832FAF8}"/>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CF225382-7230-8CE7-CD26-3831AD121527}"/>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F23AA8DD-4A0F-F872-61C2-8D817C850CAE}"/>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347B6010-62D8-814D-ACC6-C550A79F1C88}"/>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4A9424E2-396E-574E-619F-C54836D6E32C}"/>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E75D6076-E43F-703D-3CE5-664C4A587514}"/>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63780672-B6FD-D297-5038-371FE1152365}"/>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49FD59AE-07D1-B406-321A-B99D02ADB32F}"/>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8A59757D-1371-05A9-247A-1D9EF82E7B54}"/>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A7490915-D633-DCCC-92C1-78598F8261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B010BE63-739A-EFB9-3374-226ADD52B7E7}"/>
              </a:ext>
            </a:extLst>
          </p:cNvPr>
          <p:cNvSpPr txBox="1"/>
          <p:nvPr/>
        </p:nvSpPr>
        <p:spPr>
          <a:xfrm>
            <a:off x="1330881" y="464241"/>
            <a:ext cx="4617611"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Badr El-Din Ibrahim</a:t>
            </a:r>
          </a:p>
        </p:txBody>
      </p:sp>
      <p:sp>
        <p:nvSpPr>
          <p:cNvPr id="1520" name="TextBox 1519">
            <a:extLst>
              <a:ext uri="{FF2B5EF4-FFF2-40B4-BE49-F238E27FC236}">
                <a16:creationId xmlns:a16="http://schemas.microsoft.com/office/drawing/2014/main" id="{F3367DBC-23C4-0FB3-FF69-07D164F25BEF}"/>
              </a:ext>
            </a:extLst>
          </p:cNvPr>
          <p:cNvSpPr txBox="1"/>
          <p:nvPr/>
        </p:nvSpPr>
        <p:spPr>
          <a:xfrm>
            <a:off x="1330881" y="916727"/>
            <a:ext cx="2087751"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Technical Manager</a:t>
            </a:r>
          </a:p>
        </p:txBody>
      </p:sp>
    </p:spTree>
    <p:extLst>
      <p:ext uri="{BB962C8B-B14F-4D97-AF65-F5344CB8AC3E}">
        <p14:creationId xmlns:p14="http://schemas.microsoft.com/office/powerpoint/2010/main" val="1186822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6AB84-9014-1FDC-11CC-D32A018C68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EEBD9A0-FECE-467D-9CBB-2110F7477CBB}"/>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1BB97C1B-10BB-92D1-D7B0-2C2569A719C1}"/>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903D75CF-E1A9-E9EA-C5FE-F8FDFAAC58F7}"/>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B56BE7E5-6A81-4656-2A4C-0C3213120603}"/>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B6F07331-1109-C15F-212A-121EF23152B1}"/>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EC33BF79-B819-4D84-EDC6-90A3874A0F2C}"/>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4A230E50-2316-F9BD-1AEE-0BF36EA14355}"/>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2AB7D5D4-4BAD-6153-BE43-EAFD18ED0D58}"/>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9645E18B-AB0E-3C09-1754-B3A4FD043CD7}"/>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7BC90FF3-284F-C745-B478-62B45A53EB2E}"/>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FDDB7CE0-151C-AC3B-A385-37A9680FC6B0}"/>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D90606F9-F97E-B5A9-36B8-DC5A4A8DAB82}"/>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C3CD4DC1-CA79-A24E-E3B6-40BAEE68F90F}"/>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20E40478-35EE-D70F-DE4F-751DFFC76B7F}"/>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72536239-A4AA-BF06-F9C1-1CB0127978C5}"/>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C62FAFB1-7CCF-DDBF-488D-81736CB8DB30}"/>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0C73FB04-CD15-0093-D5EE-14D21A044E91}"/>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04B9ABB6-425C-DFDF-304E-4C63F4E04AA6}"/>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D37B904F-0229-CA28-5B62-4D26C80B0F79}"/>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3425C66A-CAB2-D4BA-19AD-7B78F67D07F4}"/>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4F0562C0-74F4-95F6-7E96-0EDA726827C0}"/>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7CB3F7DA-67E6-AFCA-7DD4-0A7B7ED9324A}"/>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FB9FE7E-0F3F-9DE2-6237-6BE752CD2700}"/>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17F11600-44CF-6736-5183-1AE063C8E533}"/>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06AD0186-032D-1796-B70A-3DF99A2338E6}"/>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C595BF90-766B-4855-D161-BB699600F56A}"/>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5103ACA0-D15C-676A-83F3-E7E80159AACE}"/>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91C271F2-38EE-4FD2-4706-F90A0B67366E}"/>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A09C7E7B-7E3B-B078-8763-88868297CF8B}"/>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21136D9A-007D-B5E9-4826-6A60AC89429D}"/>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28C64DF7-775E-8B06-CC5E-ADF163AAE4A9}"/>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2B33A50C-734A-6BCF-6563-1B3641662419}"/>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41D39AA4-F3B9-EF67-E4BC-AFD816629FEF}"/>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4EE0D236-43DC-0AC3-106E-245510BA1B67}"/>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C3EF6D76-13E8-75AD-37C7-21D48ED0B0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448A684E-CBE7-54D3-9D92-2BCB35708E3E}"/>
              </a:ext>
            </a:extLst>
          </p:cNvPr>
          <p:cNvSpPr txBox="1"/>
          <p:nvPr/>
        </p:nvSpPr>
        <p:spPr>
          <a:xfrm>
            <a:off x="1330881" y="464241"/>
            <a:ext cx="3475054"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Sherif Younis</a:t>
            </a:r>
          </a:p>
        </p:txBody>
      </p:sp>
      <p:sp>
        <p:nvSpPr>
          <p:cNvPr id="1520" name="TextBox 1519">
            <a:extLst>
              <a:ext uri="{FF2B5EF4-FFF2-40B4-BE49-F238E27FC236}">
                <a16:creationId xmlns:a16="http://schemas.microsoft.com/office/drawing/2014/main" id="{E8E28564-6B85-06DE-728A-F27341BD6183}"/>
              </a:ext>
            </a:extLst>
          </p:cNvPr>
          <p:cNvSpPr txBox="1"/>
          <p:nvPr/>
        </p:nvSpPr>
        <p:spPr>
          <a:xfrm>
            <a:off x="1330881" y="916727"/>
            <a:ext cx="2803140"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Remote Sensing Manager</a:t>
            </a:r>
          </a:p>
        </p:txBody>
      </p:sp>
    </p:spTree>
    <p:extLst>
      <p:ext uri="{BB962C8B-B14F-4D97-AF65-F5344CB8AC3E}">
        <p14:creationId xmlns:p14="http://schemas.microsoft.com/office/powerpoint/2010/main" val="1837979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1A91D-DB38-5C61-8729-93386DCF111C}"/>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D9CBB0AB-37FC-215D-DE88-57870CB2937D}"/>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4" name="Freeform: Shape 33">
            <a:extLst>
              <a:ext uri="{FF2B5EF4-FFF2-40B4-BE49-F238E27FC236}">
                <a16:creationId xmlns:a16="http://schemas.microsoft.com/office/drawing/2014/main" id="{E72106A4-AFBC-F373-8065-5AF1E8703BE0}"/>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35" name="TextBox 34">
            <a:extLst>
              <a:ext uri="{FF2B5EF4-FFF2-40B4-BE49-F238E27FC236}">
                <a16:creationId xmlns:a16="http://schemas.microsoft.com/office/drawing/2014/main" id="{08461D01-862A-2024-54BF-5CABFB5508ED}"/>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36" name="TextBox 35">
            <a:extLst>
              <a:ext uri="{FF2B5EF4-FFF2-40B4-BE49-F238E27FC236}">
                <a16:creationId xmlns:a16="http://schemas.microsoft.com/office/drawing/2014/main" id="{2B58BD62-2627-D8FF-82D2-6CDF848DBFA0}"/>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37" name="TextBox 36">
            <a:extLst>
              <a:ext uri="{FF2B5EF4-FFF2-40B4-BE49-F238E27FC236}">
                <a16:creationId xmlns:a16="http://schemas.microsoft.com/office/drawing/2014/main" id="{95B97AB3-A7BC-FAAD-D0DD-46CFE6689D37}"/>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38" name="Freeform: Shape 37">
            <a:extLst>
              <a:ext uri="{FF2B5EF4-FFF2-40B4-BE49-F238E27FC236}">
                <a16:creationId xmlns:a16="http://schemas.microsoft.com/office/drawing/2014/main" id="{E3563630-9255-F784-41E8-1DF7F9C7D9DA}"/>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39" name="Freeform: Shape 38">
            <a:extLst>
              <a:ext uri="{FF2B5EF4-FFF2-40B4-BE49-F238E27FC236}">
                <a16:creationId xmlns:a16="http://schemas.microsoft.com/office/drawing/2014/main" id="{F444B7C4-83A0-638F-5EF5-D7AD663412FA}"/>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40" name="TextBox 39">
            <a:extLst>
              <a:ext uri="{FF2B5EF4-FFF2-40B4-BE49-F238E27FC236}">
                <a16:creationId xmlns:a16="http://schemas.microsoft.com/office/drawing/2014/main" id="{48954FFC-6278-37EE-FCF9-750FF3ABDAEF}"/>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41" name="TextBox 40">
            <a:extLst>
              <a:ext uri="{FF2B5EF4-FFF2-40B4-BE49-F238E27FC236}">
                <a16:creationId xmlns:a16="http://schemas.microsoft.com/office/drawing/2014/main" id="{F3A4B476-E1A7-EE2E-B2C6-6E094C30AA74}"/>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42" name="TextBox 41">
            <a:extLst>
              <a:ext uri="{FF2B5EF4-FFF2-40B4-BE49-F238E27FC236}">
                <a16:creationId xmlns:a16="http://schemas.microsoft.com/office/drawing/2014/main" id="{16661555-282A-C9B0-03F8-0414800F99B7}"/>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43" name="Group 42">
            <a:extLst>
              <a:ext uri="{FF2B5EF4-FFF2-40B4-BE49-F238E27FC236}">
                <a16:creationId xmlns:a16="http://schemas.microsoft.com/office/drawing/2014/main" id="{676D91DB-0B47-EA3B-9B0E-AF3B6C5D8BC1}"/>
              </a:ext>
            </a:extLst>
          </p:cNvPr>
          <p:cNvGrpSpPr/>
          <p:nvPr/>
        </p:nvGrpSpPr>
        <p:grpSpPr>
          <a:xfrm>
            <a:off x="2529841" y="1810160"/>
            <a:ext cx="5029834" cy="369332"/>
            <a:chOff x="2529841" y="1810160"/>
            <a:chExt cx="5029834" cy="369332"/>
          </a:xfrm>
        </p:grpSpPr>
        <p:sp>
          <p:nvSpPr>
            <p:cNvPr id="44" name="Rectangle 43">
              <a:extLst>
                <a:ext uri="{FF2B5EF4-FFF2-40B4-BE49-F238E27FC236}">
                  <a16:creationId xmlns:a16="http://schemas.microsoft.com/office/drawing/2014/main" id="{9E50BE55-9A6F-CAC6-BD51-712741A5C421}"/>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45" name="Rectangle 44">
              <a:extLst>
                <a:ext uri="{FF2B5EF4-FFF2-40B4-BE49-F238E27FC236}">
                  <a16:creationId xmlns:a16="http://schemas.microsoft.com/office/drawing/2014/main" id="{DE9E5588-ED22-8F0A-C1E9-F13D8521522A}"/>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46" name="Graphic 1521">
              <a:extLst>
                <a:ext uri="{FF2B5EF4-FFF2-40B4-BE49-F238E27FC236}">
                  <a16:creationId xmlns:a16="http://schemas.microsoft.com/office/drawing/2014/main" id="{681B91F1-7003-48CC-BE7E-776EFC38AD32}"/>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47" name="Graphic 1521">
            <a:extLst>
              <a:ext uri="{FF2B5EF4-FFF2-40B4-BE49-F238E27FC236}">
                <a16:creationId xmlns:a16="http://schemas.microsoft.com/office/drawing/2014/main" id="{750B0737-9EBD-ABDF-54F7-7E6E6CF7526D}"/>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48" name="TextBox 47">
            <a:extLst>
              <a:ext uri="{FF2B5EF4-FFF2-40B4-BE49-F238E27FC236}">
                <a16:creationId xmlns:a16="http://schemas.microsoft.com/office/drawing/2014/main" id="{25FE34D4-EB38-669A-49A2-ECD34676116D}"/>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49" name="TextBox 48">
            <a:extLst>
              <a:ext uri="{FF2B5EF4-FFF2-40B4-BE49-F238E27FC236}">
                <a16:creationId xmlns:a16="http://schemas.microsoft.com/office/drawing/2014/main" id="{C014DC84-52E4-D996-17E8-F25A04D14C66}"/>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50" name="TextBox 49">
            <a:extLst>
              <a:ext uri="{FF2B5EF4-FFF2-40B4-BE49-F238E27FC236}">
                <a16:creationId xmlns:a16="http://schemas.microsoft.com/office/drawing/2014/main" id="{099FC792-512D-428D-04D4-FCBBD44EBD5A}"/>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51" name="TextBox 50">
            <a:extLst>
              <a:ext uri="{FF2B5EF4-FFF2-40B4-BE49-F238E27FC236}">
                <a16:creationId xmlns:a16="http://schemas.microsoft.com/office/drawing/2014/main" id="{AF72FDEE-C360-095F-2464-2CCBB404A957}"/>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52" name="TextBox 51">
            <a:extLst>
              <a:ext uri="{FF2B5EF4-FFF2-40B4-BE49-F238E27FC236}">
                <a16:creationId xmlns:a16="http://schemas.microsoft.com/office/drawing/2014/main" id="{8F8EF525-21C3-5010-4821-5CE41C96C958}"/>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53" name="TextBox 52">
            <a:extLst>
              <a:ext uri="{FF2B5EF4-FFF2-40B4-BE49-F238E27FC236}">
                <a16:creationId xmlns:a16="http://schemas.microsoft.com/office/drawing/2014/main" id="{A3DB0DE4-78B6-E4C1-F9AA-7E65C9F3029B}"/>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54" name="Straight Connector 53">
            <a:extLst>
              <a:ext uri="{FF2B5EF4-FFF2-40B4-BE49-F238E27FC236}">
                <a16:creationId xmlns:a16="http://schemas.microsoft.com/office/drawing/2014/main" id="{9CE09685-479D-0487-EA6C-E885C8011EC9}"/>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E76198-AAB4-8CAD-D700-3766D3414D45}"/>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6DDA8E5F-E9ED-17D9-9FB9-7B004AB3A350}"/>
              </a:ext>
            </a:extLst>
          </p:cNvPr>
          <p:cNvGrpSpPr/>
          <p:nvPr/>
        </p:nvGrpSpPr>
        <p:grpSpPr>
          <a:xfrm>
            <a:off x="2529841" y="3718360"/>
            <a:ext cx="5029834" cy="369332"/>
            <a:chOff x="2529841" y="1805398"/>
            <a:chExt cx="5029834" cy="369332"/>
          </a:xfrm>
        </p:grpSpPr>
        <p:sp>
          <p:nvSpPr>
            <p:cNvPr id="57" name="Rectangle 56">
              <a:extLst>
                <a:ext uri="{FF2B5EF4-FFF2-40B4-BE49-F238E27FC236}">
                  <a16:creationId xmlns:a16="http://schemas.microsoft.com/office/drawing/2014/main" id="{8DF06E68-2734-E0A4-A305-69C7DC0E76FC}"/>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58" name="Rectangle 57">
              <a:extLst>
                <a:ext uri="{FF2B5EF4-FFF2-40B4-BE49-F238E27FC236}">
                  <a16:creationId xmlns:a16="http://schemas.microsoft.com/office/drawing/2014/main" id="{3576BFDF-CD8E-B337-5F3A-A4F898F2E2F5}"/>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59" name="Graphic 1521">
              <a:extLst>
                <a:ext uri="{FF2B5EF4-FFF2-40B4-BE49-F238E27FC236}">
                  <a16:creationId xmlns:a16="http://schemas.microsoft.com/office/drawing/2014/main" id="{62E7E611-EC51-7200-5468-05317C97A3FE}"/>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60" name="Group 59">
            <a:extLst>
              <a:ext uri="{FF2B5EF4-FFF2-40B4-BE49-F238E27FC236}">
                <a16:creationId xmlns:a16="http://schemas.microsoft.com/office/drawing/2014/main" id="{388652B1-2291-7D0E-08F4-B1DDEA918FFA}"/>
              </a:ext>
            </a:extLst>
          </p:cNvPr>
          <p:cNvGrpSpPr/>
          <p:nvPr/>
        </p:nvGrpSpPr>
        <p:grpSpPr>
          <a:xfrm>
            <a:off x="2529841" y="6114999"/>
            <a:ext cx="5029834" cy="369332"/>
            <a:chOff x="2529841" y="1807779"/>
            <a:chExt cx="5029834" cy="369332"/>
          </a:xfrm>
        </p:grpSpPr>
        <p:sp>
          <p:nvSpPr>
            <p:cNvPr id="61" name="Rectangle 60">
              <a:extLst>
                <a:ext uri="{FF2B5EF4-FFF2-40B4-BE49-F238E27FC236}">
                  <a16:creationId xmlns:a16="http://schemas.microsoft.com/office/drawing/2014/main" id="{923B1B38-5C39-C6C2-C92B-FCF4320547AC}"/>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62" name="Rectangle 61">
              <a:extLst>
                <a:ext uri="{FF2B5EF4-FFF2-40B4-BE49-F238E27FC236}">
                  <a16:creationId xmlns:a16="http://schemas.microsoft.com/office/drawing/2014/main" id="{0A7EE7C7-1062-EBD8-0478-44170476B2B0}"/>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63" name="Graphic 1521">
              <a:extLst>
                <a:ext uri="{FF2B5EF4-FFF2-40B4-BE49-F238E27FC236}">
                  <a16:creationId xmlns:a16="http://schemas.microsoft.com/office/drawing/2014/main" id="{37B7D30B-23F3-FEAA-EE84-A2FDB94B95FD}"/>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2021A1E9-8881-0980-42C7-FC17A8AF599A}"/>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7436B0BC-F6C5-DCE3-9B40-80EF27DF1346}"/>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0A94EBBD-7A2C-B102-D4EB-B2DE318D4ED0}"/>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E15C05C9-3118-4060-DD02-DC24971B8FC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7393B58A-23CB-2928-C7CB-3E7C20151190}"/>
              </a:ext>
            </a:extLst>
          </p:cNvPr>
          <p:cNvSpPr txBox="1"/>
          <p:nvPr/>
        </p:nvSpPr>
        <p:spPr>
          <a:xfrm>
            <a:off x="1330881" y="464241"/>
            <a:ext cx="4625369"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Abdelrhman Nassar</a:t>
            </a:r>
          </a:p>
        </p:txBody>
      </p:sp>
    </p:spTree>
    <p:extLst>
      <p:ext uri="{BB962C8B-B14F-4D97-AF65-F5344CB8AC3E}">
        <p14:creationId xmlns:p14="http://schemas.microsoft.com/office/powerpoint/2010/main" val="1648708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E3BD3-AD27-00E1-040A-A5000971496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E0C6795-A161-0EDF-8E57-009C645A3217}"/>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F67DBB32-66D6-A288-7238-FE8356FD53F9}"/>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24D7F0B5-D4F6-563F-04B1-D13AEF4F3295}"/>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117D2DE0-EF2E-51AD-4295-B3C68D172945}"/>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8A6A8179-E0D0-FA26-BAB1-2F3F57F2DD56}"/>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C59135E4-8EB4-4760-09D7-D88E6959B7C5}"/>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0D4DEA08-3614-F8F6-4652-D585099E74CE}"/>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D29CB76E-A524-E345-1805-CD4DB4AFA3B1}"/>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5D9FF8E9-E4C5-F875-6296-A28BFFECD565}"/>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C4106C57-BB6F-6F60-77E7-F3D1E37E5323}"/>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53A303C3-4756-9BD3-544D-CB80903B924A}"/>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65008758-E06D-D474-443B-49E118B74C47}"/>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846E6064-D34D-DDC0-C430-2711F80CB206}"/>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123ADD96-A985-7096-5ADB-A0B7463B91C8}"/>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290958D3-01CC-A057-8C37-95530212AA8F}"/>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3DE92D91-1957-1787-E609-A26C7C840D93}"/>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78AA947B-9232-763F-F297-7204CC517E79}"/>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EBC3918F-F00B-E75C-B8DA-19D7173ED7FC}"/>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4DA7A601-4C45-522F-5309-F10DD1A9833D}"/>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EAD5CC08-744D-5E91-9ED3-5F189CD153F8}"/>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6DEC132D-8385-DC2D-65E9-15AAAD75720A}"/>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FA5D29C6-879D-6D4B-1AA7-FEB7C499A2DC}"/>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A8A5913-9328-AA6B-5258-17583A0B82A2}"/>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E18127F-98D2-E899-5498-3E6D4242224F}"/>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CBD8AF46-9DF8-CF7F-CC0E-B5CD1219A242}"/>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9B055623-451E-ADAF-5B6C-60C817BE2006}"/>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336FC150-740D-A051-F3B8-6B69EEA3D5D0}"/>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5DA8BBA8-4DC2-A49C-3E34-0BBA24C3E78D}"/>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E52AAE6F-18E7-1E3C-9128-04BD9D74A341}"/>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CAC1906D-305D-FEED-0F10-C261CEA5F8CF}"/>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10C54848-1FA7-54DD-A5D6-0ACC5D74B2B3}"/>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83E052C5-3C46-5FFF-1ECF-5839BCCFD322}"/>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E89F6E6E-35E6-6921-7A0F-9A0DA2AA944A}"/>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D36F4C21-D6E0-6AAB-7DBF-3E98FF7C4340}"/>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028073DD-9333-9A55-DD7C-C7DCB683C4D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6141EBEA-7FFD-7A0F-2367-72D980AE1ACE}"/>
              </a:ext>
            </a:extLst>
          </p:cNvPr>
          <p:cNvSpPr txBox="1"/>
          <p:nvPr/>
        </p:nvSpPr>
        <p:spPr>
          <a:xfrm>
            <a:off x="1330881" y="464241"/>
            <a:ext cx="4513159"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Ahmed Badr El-Din</a:t>
            </a:r>
          </a:p>
        </p:txBody>
      </p:sp>
      <p:sp>
        <p:nvSpPr>
          <p:cNvPr id="1520" name="TextBox 1519">
            <a:extLst>
              <a:ext uri="{FF2B5EF4-FFF2-40B4-BE49-F238E27FC236}">
                <a16:creationId xmlns:a16="http://schemas.microsoft.com/office/drawing/2014/main" id="{8A973C18-7A0E-D8A4-3FC1-92B9126A8677}"/>
              </a:ext>
            </a:extLst>
          </p:cNvPr>
          <p:cNvSpPr txBox="1"/>
          <p:nvPr/>
        </p:nvSpPr>
        <p:spPr>
          <a:xfrm>
            <a:off x="1330881" y="916727"/>
            <a:ext cx="2861489"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Remote Sensing Specialist</a:t>
            </a:r>
          </a:p>
        </p:txBody>
      </p:sp>
    </p:spTree>
    <p:extLst>
      <p:ext uri="{BB962C8B-B14F-4D97-AF65-F5344CB8AC3E}">
        <p14:creationId xmlns:p14="http://schemas.microsoft.com/office/powerpoint/2010/main" val="2824555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05F33-A01C-352F-CCBE-7584DBC6CD6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9355F1-CC3A-BBF5-A368-9039E3385A43}"/>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A2EB738B-42BC-571D-9C81-BB7C3000DDC6}"/>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1974A0E3-3E33-BE68-7673-CBB8B1B13F0A}"/>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A0BC3EE2-6A45-0519-10E2-2747BE7D904B}"/>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447A19BC-4392-0CDF-8632-CB400EC198DB}"/>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848BF06B-A753-A9EB-88C1-841CFAD3389A}"/>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7EBDA851-03B2-D9D1-C89D-6F2B421BDCA2}"/>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FA26C9DF-E4DB-54FA-1B5E-47476C240779}"/>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974EF85F-3E0C-D24D-2660-9053EE3B2071}"/>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A3081D38-8465-BC5A-D7F9-B23220045F4E}"/>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118127CB-6DE5-F182-211B-01B8E497F64E}"/>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80F46478-7358-4BCB-F679-1F62E89A8256}"/>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630785D4-DF85-F6BC-04D8-4E45EA83DAFF}"/>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5213ACC5-308F-D674-31FB-22A33BD14CF0}"/>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29B28015-06D1-06D0-3B50-AC216FF77EC0}"/>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9A5EBF29-7C7A-EDF2-4392-F073CE993274}"/>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7BF88969-ECA9-290A-A1C4-96B1B9C50114}"/>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7A6695DC-E414-6B8D-08E0-C4B9E563E268}"/>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17E34ABF-C24F-6384-358C-530F722AC9AC}"/>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B15D1C5F-39BA-7A43-0297-6380055D9EBF}"/>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2C21F79A-6E66-1378-C1B7-588C2C2AD561}"/>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121687A5-CE94-1658-D746-EE0204EBB4BB}"/>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D0847835-B4FB-951F-47CE-513E1A227618}"/>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3EFD825F-22A0-9847-7DDC-EBCB9C9D3A21}"/>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19C9F96A-7E51-7223-E04D-2F825B49FC9E}"/>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45A7AB0B-DFD6-FC87-D4F9-11EDD5E6C47A}"/>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08CE33BF-F386-0D04-44B2-AA37B1A66D17}"/>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B07E67CB-5948-64A5-426F-794010533967}"/>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479549E7-9F95-C44C-5B95-2A2C398309CA}"/>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BEFA0E25-0FDE-1045-03DE-F65F8A065322}"/>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C506FB85-8965-1CB5-C170-36C93A619259}"/>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3C9AAC33-7F05-75BB-8E85-0E552403EE9B}"/>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F21F949D-A469-151B-1A5F-7197583ACF83}"/>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10F86837-77D7-DDF9-A71D-24ECDA81FF82}"/>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6D110C36-E4F9-F1A2-A6B0-72409E138C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7BD1F5A6-D7AC-BF36-095C-64314E4BE698}"/>
              </a:ext>
            </a:extLst>
          </p:cNvPr>
          <p:cNvSpPr txBox="1"/>
          <p:nvPr/>
        </p:nvSpPr>
        <p:spPr>
          <a:xfrm>
            <a:off x="1330881" y="464241"/>
            <a:ext cx="3456780"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Ahmed </a:t>
            </a:r>
            <a:r>
              <a:rPr lang="en-US" sz="3200" b="1" dirty="0">
                <a:ln/>
                <a:solidFill>
                  <a:srgbClr val="FFFFFF"/>
                </a:solidFill>
                <a:latin typeface="Dubai"/>
                <a:cs typeface="Dubai"/>
                <a:sym typeface="Dubai"/>
                <a:rtl val="0"/>
              </a:rPr>
              <a:t>Salah</a:t>
            </a:r>
            <a:endParaRPr lang="en-US" sz="3200" b="1" spc="0" baseline="0" dirty="0">
              <a:ln/>
              <a:solidFill>
                <a:srgbClr val="FFFFFF"/>
              </a:solidFill>
              <a:latin typeface="Dubai"/>
              <a:cs typeface="Dubai"/>
              <a:sym typeface="Dubai"/>
              <a:rtl val="0"/>
            </a:endParaRPr>
          </a:p>
        </p:txBody>
      </p:sp>
      <p:sp>
        <p:nvSpPr>
          <p:cNvPr id="1520" name="TextBox 1519">
            <a:extLst>
              <a:ext uri="{FF2B5EF4-FFF2-40B4-BE49-F238E27FC236}">
                <a16:creationId xmlns:a16="http://schemas.microsoft.com/office/drawing/2014/main" id="{CE284AEA-D93F-3F50-1F76-661B4A1242E4}"/>
              </a:ext>
            </a:extLst>
          </p:cNvPr>
          <p:cNvSpPr txBox="1"/>
          <p:nvPr/>
        </p:nvSpPr>
        <p:spPr>
          <a:xfrm>
            <a:off x="1330881" y="916727"/>
            <a:ext cx="3387274"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Senior Remote Sensing Analyst</a:t>
            </a:r>
          </a:p>
        </p:txBody>
      </p:sp>
    </p:spTree>
    <p:extLst>
      <p:ext uri="{BB962C8B-B14F-4D97-AF65-F5344CB8AC3E}">
        <p14:creationId xmlns:p14="http://schemas.microsoft.com/office/powerpoint/2010/main" val="883167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C7F80-111E-DE39-8C02-6ABD49BB9C7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6B1004-24BD-04FF-797C-44E1781B25FA}"/>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7C5EE282-02C4-1273-B0A3-A6450E4217A8}"/>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4B3DFA60-6553-3B04-0F97-5B8149657FFB}"/>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5E08DF6F-D562-DE6D-CDE8-0B80933A55D8}"/>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05FA1F96-7CF0-02B9-4760-F80F507D7A2D}"/>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C88747FD-6327-98C5-4580-30F2B9BA104B}"/>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497CA47A-2458-846F-8D50-1F10A9BF27B9}"/>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A3B7A74B-FCE1-FAEE-E743-129C51004F77}"/>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189F2FDE-823E-1B66-6C37-882FAE73B600}"/>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FE3BE5A3-59C4-D4A3-3918-24866AA67B98}"/>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92C98500-9A2C-A7B4-35C6-0D5C9AB4C13E}"/>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B3DC4938-A5C4-863D-CD93-1BC214DC6438}"/>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4796B4C5-6FEE-C21B-E63E-1B9F18BCB5B2}"/>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6807B436-9F99-7BA3-8735-E0C9DAE5AF39}"/>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D9848CAE-A016-0210-0789-81E842FB880A}"/>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81BEE329-A56A-0A97-E25D-4BF785A8DE9E}"/>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88E5F1E7-6899-47ED-7E79-67EC5EAE88DD}"/>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6D5F2C14-177D-2E5E-C9B3-E22D3DEBEA7B}"/>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5879F608-CD12-89C6-C2C2-E643A5EF1A6F}"/>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B62D7F9F-2495-6E7B-9248-AADAEFCC8722}"/>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3D295A36-0AE2-69CB-122C-4630AEB8C3A3}"/>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C195EE28-2F28-2B24-21A9-7AF2A2F1FD1D}"/>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B80B5BC-0765-6B49-B704-561C1148EB15}"/>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B40182DB-51ED-0643-EE92-01B3546AAE6B}"/>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D1187A02-1326-E21A-C638-5EF0BB915365}"/>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1DA24D94-9A15-26BA-7B66-6F94DFBC166F}"/>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78B34C0B-E6FD-5B71-D34A-B78FAB0A2CB3}"/>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73463411-12D7-D0C4-A79C-5B1E40E5681A}"/>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4F4F14E6-7549-DD13-58C8-EF630038EE40}"/>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FFB0A6B7-BD67-C7C6-2FC7-9C0EF486AFE5}"/>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ABEC20B1-AEE9-A43E-5E6B-DC7A40628411}"/>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D1F4BC88-2A95-2C9C-4AF7-922EA61228AF}"/>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66282764-2AA7-318D-E60D-87669FD00109}"/>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43A80228-98A5-D032-F10F-97674278129D}"/>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D3C19006-F587-7C5F-987C-2861362EEE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A8700A5D-FB2A-0D97-B6B2-CF5463205495}"/>
              </a:ext>
            </a:extLst>
          </p:cNvPr>
          <p:cNvSpPr txBox="1"/>
          <p:nvPr/>
        </p:nvSpPr>
        <p:spPr>
          <a:xfrm>
            <a:off x="1330881" y="464241"/>
            <a:ext cx="4500656"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Mohamed Mokhtar</a:t>
            </a:r>
          </a:p>
        </p:txBody>
      </p:sp>
      <p:sp>
        <p:nvSpPr>
          <p:cNvPr id="1520" name="TextBox 1519">
            <a:extLst>
              <a:ext uri="{FF2B5EF4-FFF2-40B4-BE49-F238E27FC236}">
                <a16:creationId xmlns:a16="http://schemas.microsoft.com/office/drawing/2014/main" id="{75D3DE9B-7A81-3BDB-6133-097D27ABA854}"/>
              </a:ext>
            </a:extLst>
          </p:cNvPr>
          <p:cNvSpPr txBox="1"/>
          <p:nvPr/>
        </p:nvSpPr>
        <p:spPr>
          <a:xfrm>
            <a:off x="1330881" y="916727"/>
            <a:ext cx="3050194"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GIS Infrastructure Specialist</a:t>
            </a:r>
          </a:p>
        </p:txBody>
      </p:sp>
    </p:spTree>
    <p:extLst>
      <p:ext uri="{BB962C8B-B14F-4D97-AF65-F5344CB8AC3E}">
        <p14:creationId xmlns:p14="http://schemas.microsoft.com/office/powerpoint/2010/main" val="1731207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246B8-83D8-E84C-7A5A-69C2C932794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F03C4C2-9362-962E-FD50-0BC625BF24F5}"/>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8C391065-1AF5-7F89-62CE-5D5B986A4F3B}"/>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4761BCA6-A9BE-DA78-A57C-292FE0BF9A34}"/>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8D2B070D-E675-7E9D-52EE-B8F1DA94056F}"/>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9FF9EF74-F404-F3AB-DDBF-20530B39C673}"/>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28A85A6F-30D0-8159-C003-089ED85BE167}"/>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095A65B2-A8BB-24BA-3DA5-B7DB62B42C60}"/>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7EF4FE09-C7B0-573E-41D7-3C3423C08762}"/>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452A9B27-CBD2-58EA-555C-A10B1033D7B3}"/>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9EF89578-DA62-09D4-60A5-B556C622D0B1}"/>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0C3773A4-1EFC-951A-8E2C-3C91DF65CB6D}"/>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059C2EB4-291A-984F-860F-F181AC760273}"/>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B53AE4D7-569F-2DEE-8C5B-4D9A12F55605}"/>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AD65444E-2EA1-8606-3105-FEC3B0F3AEBE}"/>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52CE19FE-1EA9-895A-4411-469A10310945}"/>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6FD9F2AE-CED0-832A-6BA2-CD3FC9340192}"/>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79C160C1-2785-6956-79A8-24FF58A1FF67}"/>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B6E9B2F9-9834-E213-48ED-17FEE0FAD0FC}"/>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D26C8165-5C12-33B1-D8F1-6B5880DC60DD}"/>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CDEC0320-ED3B-6691-C2A9-286F6988CC40}"/>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4F55E521-1937-BEE5-ECA9-C7D51DF9B94F}"/>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B02885E2-E227-3975-7896-506ABBAAD4F4}"/>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DB622D4-0492-E391-E610-A7F0F729EF81}"/>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A647F491-5253-DDE4-77E3-9DC3B9280B1E}"/>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A2ECAF1F-4E0C-B4FC-E79D-684D37EA8C12}"/>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CE170C85-9A44-4451-CD9F-7C7933136619}"/>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D31CB412-6062-14A5-F467-FFA1548E17C7}"/>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37833629-CAA7-6208-701D-4E6387BCCA4B}"/>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5E4F47C6-FB4E-735B-F945-C63D45113BB6}"/>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D6601887-1020-9149-94F7-A4D326C36623}"/>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2C4E3192-3155-7FF7-66E1-8B1D03EC82A0}"/>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47B8A814-F4C7-C993-6E1C-2932507ED2F2}"/>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FB5B9F8E-7DFF-F44C-640E-F156C89834E1}"/>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79592572-D945-F755-D6F9-47FFC722189C}"/>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B8AD16CD-161A-D7DF-94EA-76BEA727717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322B6189-F542-416E-C79E-C0B28666269D}"/>
              </a:ext>
            </a:extLst>
          </p:cNvPr>
          <p:cNvSpPr txBox="1"/>
          <p:nvPr/>
        </p:nvSpPr>
        <p:spPr>
          <a:xfrm>
            <a:off x="1330881" y="464241"/>
            <a:ext cx="3972947"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Saad </a:t>
            </a:r>
            <a:r>
              <a:rPr lang="en-US" sz="3200" b="1" spc="0" baseline="0" dirty="0" err="1">
                <a:ln/>
                <a:solidFill>
                  <a:srgbClr val="FFFFFF"/>
                </a:solidFill>
                <a:latin typeface="Dubai"/>
                <a:cs typeface="Dubai"/>
                <a:sym typeface="Dubai"/>
                <a:rtl val="0"/>
              </a:rPr>
              <a:t>Barghouth</a:t>
            </a:r>
            <a:endParaRPr lang="en-US" sz="3200" b="1" spc="0" baseline="0" dirty="0">
              <a:ln/>
              <a:solidFill>
                <a:srgbClr val="FFFFFF"/>
              </a:solidFill>
              <a:latin typeface="Dubai"/>
              <a:cs typeface="Dubai"/>
              <a:sym typeface="Dubai"/>
              <a:rtl val="0"/>
            </a:endParaRPr>
          </a:p>
        </p:txBody>
      </p:sp>
      <p:sp>
        <p:nvSpPr>
          <p:cNvPr id="1520" name="TextBox 1519">
            <a:extLst>
              <a:ext uri="{FF2B5EF4-FFF2-40B4-BE49-F238E27FC236}">
                <a16:creationId xmlns:a16="http://schemas.microsoft.com/office/drawing/2014/main" id="{009987E1-3174-05F0-925C-0747026061BF}"/>
              </a:ext>
            </a:extLst>
          </p:cNvPr>
          <p:cNvSpPr txBox="1"/>
          <p:nvPr/>
        </p:nvSpPr>
        <p:spPr>
          <a:xfrm>
            <a:off x="1330881" y="916727"/>
            <a:ext cx="1926105"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GIS Team Leader</a:t>
            </a:r>
          </a:p>
        </p:txBody>
      </p:sp>
    </p:spTree>
    <p:extLst>
      <p:ext uri="{BB962C8B-B14F-4D97-AF65-F5344CB8AC3E}">
        <p14:creationId xmlns:p14="http://schemas.microsoft.com/office/powerpoint/2010/main" val="2733518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CD3FC-9546-ECFF-1857-B3BF3984B61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FD367D1-B7FA-32E0-7CF3-C6AD4DCE3021}"/>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54089204-2976-F29E-2B15-A59F923AC674}"/>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B6FFC358-B9FD-A454-2DC0-71A93BA581C7}"/>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4D59BEAE-0B61-6600-4EF0-5D8F2F4C1393}"/>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0450AE79-3890-10AF-BC5E-53BF2B22062A}"/>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E0A1D36C-3A5C-8A47-999A-01220B473DE5}"/>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8945542D-C91C-991E-557F-391F2131773A}"/>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AE4EE845-DB4A-C6AD-E017-8826579E996F}"/>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9EE24296-4A22-374F-3097-7E067B40C0FE}"/>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15382073-E447-A66D-456E-6C2F3448441E}"/>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BAAA40B8-FC7E-16FF-1CA6-029E645DF369}"/>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F0A14D00-02F8-405B-31D4-CDF5916CF46C}"/>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B28E6EC9-9233-D6EE-6FBA-A788751FC2AE}"/>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FF5A1827-5B2B-A9DE-BC08-F7F1171B730E}"/>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62F1D8E8-79DC-4468-7371-045C6E5E48A8}"/>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E1B1D818-3F7A-8261-49BE-67E13F93E6ED}"/>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C32DD499-5F22-FCEB-044D-4B0829C5DA52}"/>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3E8E6BD3-7225-B14A-C9A0-165F08A64B43}"/>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2637E5B5-291B-B027-16F3-FCD200F45CED}"/>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E32E88E3-0648-CB04-FBC2-B0CD84840F0C}"/>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CADB91D8-7BC6-A88B-9B46-4D8A34E24EEB}"/>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7C2FC6BE-D551-6716-E1DD-0FBE9CABA1C1}"/>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BF3AE8B-D35E-71EF-F370-79E43932734B}"/>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B756C658-D45A-4B10-4C9F-266FB40D808F}"/>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4696FACC-C6F6-5EB6-03A5-7FE29C937A44}"/>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87189D1F-48B6-A1B0-CD5E-119270CFEA11}"/>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2E9727CF-E12A-4340-93E9-768F98A85DD8}"/>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506ABE6A-A72D-7CE5-0D11-E2A183BCFB76}"/>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29554191-F6B0-A758-C2B5-65DE788A3A6B}"/>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869542AB-4D66-38F4-F136-CAFAD8611C5E}"/>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6524CF0E-FBE8-3DF0-9D78-A0371CA84FD8}"/>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4532EFFC-C496-BBA1-910B-52E5FDF6A972}"/>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94E97ADF-F40B-693D-DA34-86B5DDB2CB5D}"/>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02D42BBF-2C1D-A7A8-8CED-0F3F20557070}"/>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02E52E62-C207-B302-7ADA-265D07CDD2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64D36FEA-8DAC-92C2-08CF-C9D5726E0F12}"/>
              </a:ext>
            </a:extLst>
          </p:cNvPr>
          <p:cNvSpPr txBox="1"/>
          <p:nvPr/>
        </p:nvSpPr>
        <p:spPr>
          <a:xfrm>
            <a:off x="1330881" y="464241"/>
            <a:ext cx="3555717"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Kirolos Talaat</a:t>
            </a:r>
          </a:p>
        </p:txBody>
      </p:sp>
      <p:sp>
        <p:nvSpPr>
          <p:cNvPr id="1520" name="TextBox 1519">
            <a:extLst>
              <a:ext uri="{FF2B5EF4-FFF2-40B4-BE49-F238E27FC236}">
                <a16:creationId xmlns:a16="http://schemas.microsoft.com/office/drawing/2014/main" id="{8A414B9D-6419-C083-976A-5BDCBE24DFDE}"/>
              </a:ext>
            </a:extLst>
          </p:cNvPr>
          <p:cNvSpPr txBox="1"/>
          <p:nvPr/>
        </p:nvSpPr>
        <p:spPr>
          <a:xfrm>
            <a:off x="1330881" y="916727"/>
            <a:ext cx="1972335"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Training Manager</a:t>
            </a:r>
          </a:p>
        </p:txBody>
      </p:sp>
    </p:spTree>
    <p:extLst>
      <p:ext uri="{BB962C8B-B14F-4D97-AF65-F5344CB8AC3E}">
        <p14:creationId xmlns:p14="http://schemas.microsoft.com/office/powerpoint/2010/main" val="4132176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D5209-6BC1-A561-530E-A6CEF5FA54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11273D-B543-77DF-9674-33B7C08AB296}"/>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E7724F57-4EAD-5B84-63E4-FA9D56357AB2}"/>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0FAE1215-857B-9E3E-21DC-64D7F5B9C668}"/>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FC045D01-E05B-7152-58ED-1BAAC3891481}"/>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E789AE0B-D8E3-9CFE-C0C5-78AC332675B6}"/>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20D194F3-F345-DA3F-E150-653A46ADA190}"/>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CDA30211-0824-9A16-2064-50B3EBC472FE}"/>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D92B7705-FBBD-EA93-B60A-B0048142B4C1}"/>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0B083861-C8B7-73C0-7900-C4D72F6436E5}"/>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AAC7EB96-4E3E-9527-717A-1ACC5253BA57}"/>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EDE661FE-3071-6813-0314-E83A6ABF3E9E}"/>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E716BE70-8819-3C9E-E4EF-9F872076DF46}"/>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F17067AD-2F3D-A3EF-CBCC-BA02442E8B68}"/>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26F71081-7653-BAC7-C766-BF2748BC0BC5}"/>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161045F3-F04D-16A3-A139-54E643E753DF}"/>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7A05F9C2-F17F-2169-A2A7-60568D7D17BC}"/>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14247151-C465-5817-435F-D1BE030F28EA}"/>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D2CA5180-A643-327A-6705-B4F0E4352377}"/>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5B2D5494-856C-B83B-F2CD-869517D4AAE5}"/>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8DCFBDD6-BB24-FAC1-8CF3-CF1F069537FA}"/>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FA442574-2978-6942-33F0-7FB37778D8C0}"/>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261EE5D6-2472-45DE-F760-FD8964901311}"/>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A3269EE-225A-836C-82AD-9841380EAAA5}"/>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6B27F2DE-F458-4BF8-F0DD-9F31632DDEBA}"/>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32F282AC-9D5F-C08C-32AF-999F48D67606}"/>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F96F3404-0CCB-741A-B014-C4E30DB650E4}"/>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2FD2BFF1-D96E-257D-2D09-A423CB81030B}"/>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A460744E-36DF-C746-D869-325396A84089}"/>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8027386C-5FFA-AFC1-4B7E-7DF2BCF2EE2A}"/>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C8F37631-9928-1315-EA3A-D07498FD797A}"/>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374A1212-A607-B0DD-1003-1725CE709295}"/>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0FA7E0B4-4F1C-805B-DB20-9FE79389ED22}"/>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D16CF7A6-EEA4-3F6F-A641-35CE27C86AE7}"/>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051576F0-A9CB-3679-0E7C-931E3E669CEC}"/>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6A7C7647-043E-7459-46C6-8E95C390D4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E8E96C1E-C367-0219-50AB-F9492F534587}"/>
              </a:ext>
            </a:extLst>
          </p:cNvPr>
          <p:cNvSpPr txBox="1"/>
          <p:nvPr/>
        </p:nvSpPr>
        <p:spPr>
          <a:xfrm>
            <a:off x="1330881" y="464241"/>
            <a:ext cx="3747949"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a:t>
            </a:r>
            <a:r>
              <a:rPr lang="en-GB" sz="3200" b="1" dirty="0">
                <a:ln/>
                <a:solidFill>
                  <a:srgbClr val="FFFFFF"/>
                </a:solidFill>
                <a:latin typeface="Dubai"/>
                <a:cs typeface="Dubai"/>
                <a:sym typeface="Dubai"/>
                <a:rtl val="0"/>
              </a:rPr>
              <a:t>Ahmed Tamam</a:t>
            </a:r>
            <a:endParaRPr lang="en-US" sz="3200" b="1" spc="0" baseline="0" dirty="0">
              <a:ln/>
              <a:solidFill>
                <a:srgbClr val="FFFFFF"/>
              </a:solidFill>
              <a:latin typeface="Dubai"/>
              <a:cs typeface="Dubai"/>
              <a:sym typeface="Dubai"/>
              <a:rtl val="0"/>
            </a:endParaRPr>
          </a:p>
        </p:txBody>
      </p:sp>
      <p:sp>
        <p:nvSpPr>
          <p:cNvPr id="1520" name="TextBox 1519">
            <a:extLst>
              <a:ext uri="{FF2B5EF4-FFF2-40B4-BE49-F238E27FC236}">
                <a16:creationId xmlns:a16="http://schemas.microsoft.com/office/drawing/2014/main" id="{32DEB34C-7AB4-29D3-E883-72C2C7CBC35A}"/>
              </a:ext>
            </a:extLst>
          </p:cNvPr>
          <p:cNvSpPr txBox="1"/>
          <p:nvPr/>
        </p:nvSpPr>
        <p:spPr>
          <a:xfrm>
            <a:off x="1330881" y="916727"/>
            <a:ext cx="1579920"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GIS Specialist</a:t>
            </a:r>
          </a:p>
        </p:txBody>
      </p:sp>
    </p:spTree>
    <p:extLst>
      <p:ext uri="{BB962C8B-B14F-4D97-AF65-F5344CB8AC3E}">
        <p14:creationId xmlns:p14="http://schemas.microsoft.com/office/powerpoint/2010/main" val="808866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E5A02-E6C3-29B5-26B9-B7214335B0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47B679-B822-A5FF-D533-40B324639394}"/>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667C9FFC-5B51-56F6-1225-E1E4A034F171}"/>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9218F750-4A27-489E-CCF1-789B437940BE}"/>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3C92F14A-B884-74A4-AA48-CB704D8F22F6}"/>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81AC23BC-5944-66A7-347A-00FD67F1BB0A}"/>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29E205AB-F336-3C98-ACEF-B45AF12D2D0D}"/>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5A62AA80-6BB1-E57E-D67D-770B9ACACDE7}"/>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2B7DB0A9-2D5F-44ED-E973-B7C6D4C8B523}"/>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53912AB9-2274-64FD-93F1-2A2608937C23}"/>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E2873E0F-7B86-ACA5-C8DC-9B7422EFA263}"/>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73AA28E1-D559-D26B-DDC4-CD0C383F1AB0}"/>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130272DF-4E6C-14EC-9F07-6AABE0D8FFEB}"/>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5E6C96C9-850A-073A-315F-1869AC3ABA07}"/>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942A6D9E-0DB2-A05E-2B40-1C827AACF3F2}"/>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C28EA90A-355D-F5C6-2D39-D1A8D84C7356}"/>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AE4F840D-E0F7-62C7-E62F-F9103DC4F19B}"/>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F791D24D-B0DE-F4DE-EEE0-044EFB7B4E82}"/>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FE522A0E-530D-C662-A217-B907AAC5B241}"/>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88517544-8F19-3ABD-0D9F-1D9EA3840FA8}"/>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A042B049-73E3-50F2-30DC-D8CE92227104}"/>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21531CF5-8443-167A-EB80-4B61E24C64D6}"/>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765E0A55-9FA3-D046-AE53-F80E97E4AAF4}"/>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BC26C30-4034-D1DF-D793-348780B80C9D}"/>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FF632B7E-CECD-D336-74E1-55683914E36F}"/>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B877AA89-4989-D760-9E82-80BF54E2DA39}"/>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10447D2B-5962-50D9-D98A-96C85DE7F76F}"/>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AA8E3A30-C1BB-86C4-923F-C1243E494115}"/>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29C6C82C-ABDE-75DE-862C-112DB9190A55}"/>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969E0F83-5107-382C-CD8A-34742DDB74F7}"/>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56C3E7EC-75BB-7E79-EB64-B0C9D95C3A86}"/>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0D1FE3FD-05C2-6645-4ACF-3F3B4BAC1AC9}"/>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DBDCDBC2-9FCF-DE26-ECEB-8EF6BFA3E1D9}"/>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328AB9EF-FCC3-CB4D-8003-C303FD5CA25D}"/>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4C61B2E6-5A56-AF65-3D09-7487F476F1D4}"/>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87A489A5-562A-7AF0-DA44-4AECF45CDF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9CB7B73E-EC9A-6850-900B-D57D9605AA55}"/>
              </a:ext>
            </a:extLst>
          </p:cNvPr>
          <p:cNvSpPr txBox="1"/>
          <p:nvPr/>
        </p:nvSpPr>
        <p:spPr>
          <a:xfrm>
            <a:off x="1330881" y="464241"/>
            <a:ext cx="3898568"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a:t>
            </a:r>
            <a:r>
              <a:rPr lang="en-GB" sz="3200" b="1" dirty="0">
                <a:ln/>
                <a:solidFill>
                  <a:srgbClr val="FFFFFF"/>
                </a:solidFill>
                <a:latin typeface="Dubai"/>
                <a:cs typeface="Dubai"/>
                <a:sym typeface="Dubai"/>
                <a:rtl val="0"/>
              </a:rPr>
              <a:t>Mostafa Nasser</a:t>
            </a:r>
            <a:endParaRPr lang="en-US" sz="3200" b="1" spc="0" baseline="0" dirty="0">
              <a:ln/>
              <a:solidFill>
                <a:srgbClr val="FFFFFF"/>
              </a:solidFill>
              <a:latin typeface="Dubai"/>
              <a:cs typeface="Dubai"/>
              <a:sym typeface="Dubai"/>
              <a:rtl val="0"/>
            </a:endParaRPr>
          </a:p>
        </p:txBody>
      </p:sp>
      <p:sp>
        <p:nvSpPr>
          <p:cNvPr id="1520" name="TextBox 1519">
            <a:extLst>
              <a:ext uri="{FF2B5EF4-FFF2-40B4-BE49-F238E27FC236}">
                <a16:creationId xmlns:a16="http://schemas.microsoft.com/office/drawing/2014/main" id="{7E364B21-8E2B-B4AD-0198-DB3F2AD378A9}"/>
              </a:ext>
            </a:extLst>
          </p:cNvPr>
          <p:cNvSpPr txBox="1"/>
          <p:nvPr/>
        </p:nvSpPr>
        <p:spPr>
          <a:xfrm>
            <a:off x="1330881" y="916727"/>
            <a:ext cx="1579920"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GIS Specialist</a:t>
            </a:r>
          </a:p>
        </p:txBody>
      </p:sp>
    </p:spTree>
    <p:extLst>
      <p:ext uri="{BB962C8B-B14F-4D97-AF65-F5344CB8AC3E}">
        <p14:creationId xmlns:p14="http://schemas.microsoft.com/office/powerpoint/2010/main" val="106938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78CDC-D4E1-4BE0-1280-8D9DB37C225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DB7B7D-6E74-46D9-7A0E-9468BEADC8C3}"/>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941D2D14-41B4-2E8B-03DB-50E6104B04EB}"/>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422AD7EC-6902-D7E3-0BC6-FA06026CB460}"/>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F5D24896-AB97-EDFE-0C7C-1F4ACE6539B4}"/>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198D1042-0AE7-AD78-16EA-D809BC68E921}"/>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B606E5D1-5231-17F6-4013-3491B8E9F099}"/>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5FACCEAB-5F9F-29F2-DD03-0EB0F913D4A5}"/>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9603299E-F4E4-BF8B-11C7-0160C39B0E0F}"/>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206451E8-5F0C-F498-1C59-EFA9B474F244}"/>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B7C17FB1-31B7-7739-6B5F-93BE4C96C6CD}"/>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D0325E39-E860-0E6D-7F16-51A3632C8DFC}"/>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850DB4D0-193D-CE6D-FE95-FB5ABD4F9728}"/>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992A0417-E29F-586E-B969-4D950D5120CF}"/>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79449AFF-34E9-93CB-70BE-DC9ED3557E64}"/>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1ECA6E7A-094F-E37F-1361-256795896DB1}"/>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1B9520A9-80DC-D10C-421D-A845A0F940B7}"/>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467E275B-B819-F885-B123-99F9A0D66051}"/>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242BFE22-0544-B655-FCB6-8F876E177FBE}"/>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3FC5549A-2943-0915-98E3-76AB011491BA}"/>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8D838E89-50CD-E76A-FC55-C3C27AA6EE4C}"/>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01E64BDE-4502-E996-DD95-87E06FC2FC12}"/>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590D40C5-613B-F457-F03C-C4B7B70B4F4A}"/>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0D0CE92-5606-FCE5-D7FF-8804B0BB9417}"/>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80B4F177-55FC-11CD-14BB-429A456354EE}"/>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11B7AC61-97B5-CAD8-D309-222F315F3375}"/>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B4B18B3E-8E66-466B-42B9-064BEB65A3B8}"/>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FC93B0B2-756A-5CFD-AE13-FB47607045FA}"/>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4C331694-EEB3-19D8-C43F-471DFD71408B}"/>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3FD2D1FB-3E96-F18D-B478-51FE65059A71}"/>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46740016-F0E5-D151-D209-25A566F1C001}"/>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30B21A49-29E8-83B8-022E-3FB62285FE47}"/>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F93867E8-5EA6-686C-A7B2-7EE57980455F}"/>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CE50DD73-8F79-930A-91BD-C7AD608E436C}"/>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BCB9BB3D-9FDA-279B-EDDB-25E32FCF71C7}"/>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AD3F3A7C-B910-746F-3E73-B3B1A5A35C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6347077E-D142-EC9E-1DB4-88ED53885363}"/>
              </a:ext>
            </a:extLst>
          </p:cNvPr>
          <p:cNvSpPr txBox="1"/>
          <p:nvPr/>
        </p:nvSpPr>
        <p:spPr>
          <a:xfrm>
            <a:off x="1330881" y="464241"/>
            <a:ext cx="3640164"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a:t>
            </a:r>
            <a:r>
              <a:rPr lang="en-GB" sz="3200" b="1" spc="0" baseline="0" dirty="0">
                <a:ln/>
                <a:solidFill>
                  <a:srgbClr val="FFFFFF"/>
                </a:solidFill>
                <a:latin typeface="Dubai"/>
                <a:cs typeface="Dubai"/>
                <a:sym typeface="Dubai"/>
                <a:rtl val="0"/>
              </a:rPr>
              <a:t>Yousef </a:t>
            </a:r>
            <a:r>
              <a:rPr lang="en-GB" sz="3200" b="1" dirty="0">
                <a:ln/>
                <a:solidFill>
                  <a:srgbClr val="FFFFFF"/>
                </a:solidFill>
                <a:latin typeface="Dubai"/>
                <a:cs typeface="Dubai"/>
                <a:sym typeface="Dubai"/>
                <a:rtl val="0"/>
              </a:rPr>
              <a:t>O</a:t>
            </a:r>
            <a:r>
              <a:rPr lang="en-GB" sz="3200" b="1" spc="0" baseline="0" dirty="0">
                <a:ln/>
                <a:solidFill>
                  <a:srgbClr val="FFFFFF"/>
                </a:solidFill>
                <a:latin typeface="Dubai"/>
                <a:cs typeface="Dubai"/>
                <a:sym typeface="Dubai"/>
                <a:rtl val="0"/>
              </a:rPr>
              <a:t>sama</a:t>
            </a:r>
            <a:endParaRPr lang="en-US" sz="3200" b="1" spc="0" baseline="0" dirty="0">
              <a:ln/>
              <a:solidFill>
                <a:srgbClr val="FFFFFF"/>
              </a:solidFill>
              <a:latin typeface="Dubai"/>
              <a:cs typeface="Dubai"/>
              <a:sym typeface="Dubai"/>
              <a:rtl val="0"/>
            </a:endParaRPr>
          </a:p>
        </p:txBody>
      </p:sp>
      <p:sp>
        <p:nvSpPr>
          <p:cNvPr id="1520" name="TextBox 1519">
            <a:extLst>
              <a:ext uri="{FF2B5EF4-FFF2-40B4-BE49-F238E27FC236}">
                <a16:creationId xmlns:a16="http://schemas.microsoft.com/office/drawing/2014/main" id="{9B7166D1-9A3D-EAE0-C5BE-E917A993B333}"/>
              </a:ext>
            </a:extLst>
          </p:cNvPr>
          <p:cNvSpPr txBox="1"/>
          <p:nvPr/>
        </p:nvSpPr>
        <p:spPr>
          <a:xfrm>
            <a:off x="1330881" y="916727"/>
            <a:ext cx="1579920"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GIS Specialist</a:t>
            </a:r>
          </a:p>
        </p:txBody>
      </p:sp>
    </p:spTree>
    <p:extLst>
      <p:ext uri="{BB962C8B-B14F-4D97-AF65-F5344CB8AC3E}">
        <p14:creationId xmlns:p14="http://schemas.microsoft.com/office/powerpoint/2010/main" val="1577653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FF1A6-4FE9-6874-6A54-68DCC74036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7D3D21-A5DB-187D-2817-71E510CDE6A2}"/>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A24AA71D-4FA1-2155-DB92-8C864FB8E488}"/>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77FFE832-3377-4FA2-3192-CED78C0C79C9}"/>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4990A43B-DB08-0B8E-B00C-FA5D7334F537}"/>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1A18D920-92AF-7B17-576F-F94EB58EA913}"/>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086FBBAF-AECD-AE90-1A06-C653DA74ABF0}"/>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BC92C83E-7FD1-CFE7-C911-918408C76F45}"/>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AE8C3B97-E935-90A6-7F23-C691536CF21F}"/>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5DB45A48-003A-771B-201E-8BD23AA03852}"/>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FF8923E4-5F37-9E29-D8AC-19511C665EE6}"/>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9CB13232-D772-7AFE-B785-DEE05BADBE05}"/>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054E9551-771B-CF33-03A6-DAE97AE05650}"/>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22497A55-4AD5-F214-B8F0-527772E1BA44}"/>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E4133FE4-E800-D31C-C95F-3E554A86FA4F}"/>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83E4126D-565F-8B58-1593-01820F0883D4}"/>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F53C5C73-C98B-2EB2-A909-FE74585D5C81}"/>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3F952FF8-4169-40E2-BF84-518E92AD1B8F}"/>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EB875534-D072-FB9F-25B0-D53F74604AA8}"/>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AD0E6723-DE9D-DE27-8CD3-A48160628507}"/>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EDD8F640-F673-6A80-C1F3-0117D6F84ED5}"/>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BA7518BB-DDDD-16F5-167F-EF6460845CCF}"/>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A65E0CC3-98D1-6151-626F-8149B8F61005}"/>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A456E55-1F2A-F37B-747C-A0343824D215}"/>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9AC8C78A-6FD0-82FC-20FB-9351AB96809F}"/>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A535AE39-8150-D945-4AF5-B027BF56EB6C}"/>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93D1C5EA-D98D-DEEA-D437-7D5491569DFA}"/>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8DB5B10F-6B33-25F4-36B0-575ACA98158B}"/>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34FCBE63-A9E2-085F-6740-AC7C836683B3}"/>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AD8DB83C-07DC-A2A6-2720-FCA9FB689690}"/>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B86837EF-0A27-2F8D-42D4-C914515FF703}"/>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9A7ABEEC-2BE8-A0E8-910D-D197F2F122BA}"/>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C44F39FA-8E28-C736-A172-EBB02BCBE5B7}"/>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FBA90867-A332-DCDB-A110-678EFCD27291}"/>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BA02A8CD-66CD-6472-C322-EE0001B9B93F}"/>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53B54CBB-9385-25B3-2628-5AFB9D7575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5E30171F-BFD4-DF18-9380-2B6309C141D1}"/>
              </a:ext>
            </a:extLst>
          </p:cNvPr>
          <p:cNvSpPr txBox="1"/>
          <p:nvPr/>
        </p:nvSpPr>
        <p:spPr>
          <a:xfrm>
            <a:off x="1330881" y="464241"/>
            <a:ext cx="4842736"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a:t>
            </a:r>
            <a:r>
              <a:rPr lang="en-GB" sz="3200" b="1" spc="0" baseline="0" dirty="0">
                <a:ln/>
                <a:solidFill>
                  <a:srgbClr val="FFFFFF"/>
                </a:solidFill>
                <a:latin typeface="Dubai"/>
                <a:cs typeface="Dubai"/>
                <a:sym typeface="Dubai"/>
                <a:rtl val="0"/>
              </a:rPr>
              <a:t>Abdelrhman </a:t>
            </a:r>
            <a:r>
              <a:rPr lang="en-GB" sz="3200" b="1" dirty="0">
                <a:ln/>
                <a:solidFill>
                  <a:srgbClr val="FFFFFF"/>
                </a:solidFill>
                <a:latin typeface="Dubai"/>
                <a:cs typeface="Dubai"/>
                <a:sym typeface="Dubai"/>
                <a:rtl val="0"/>
              </a:rPr>
              <a:t>Mostafa</a:t>
            </a:r>
            <a:endParaRPr lang="en-US" sz="3200" b="1" spc="0" baseline="0" dirty="0">
              <a:ln/>
              <a:solidFill>
                <a:srgbClr val="FFFFFF"/>
              </a:solidFill>
              <a:latin typeface="Dubai"/>
              <a:cs typeface="Dubai"/>
              <a:sym typeface="Dubai"/>
              <a:rtl val="0"/>
            </a:endParaRPr>
          </a:p>
        </p:txBody>
      </p:sp>
      <p:sp>
        <p:nvSpPr>
          <p:cNvPr id="1520" name="TextBox 1519">
            <a:extLst>
              <a:ext uri="{FF2B5EF4-FFF2-40B4-BE49-F238E27FC236}">
                <a16:creationId xmlns:a16="http://schemas.microsoft.com/office/drawing/2014/main" id="{2911D187-5E24-8F2B-0066-0D2BF9DD01B0}"/>
              </a:ext>
            </a:extLst>
          </p:cNvPr>
          <p:cNvSpPr txBox="1"/>
          <p:nvPr/>
        </p:nvSpPr>
        <p:spPr>
          <a:xfrm>
            <a:off x="1330881" y="916727"/>
            <a:ext cx="1579920"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GIS Specialist</a:t>
            </a:r>
          </a:p>
        </p:txBody>
      </p:sp>
    </p:spTree>
    <p:extLst>
      <p:ext uri="{BB962C8B-B14F-4D97-AF65-F5344CB8AC3E}">
        <p14:creationId xmlns:p14="http://schemas.microsoft.com/office/powerpoint/2010/main" val="4046488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0F85D-F37B-C3CB-B202-7D8E9D5496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1703D49-9C45-002B-7FE8-FD3F7E102A05}"/>
              </a:ext>
            </a:extLst>
          </p:cNvPr>
          <p:cNvSpPr/>
          <p:nvPr/>
        </p:nvSpPr>
        <p:spPr>
          <a:xfrm>
            <a:off x="-98475" y="-29606"/>
            <a:ext cx="2536875" cy="10832577"/>
          </a:xfrm>
          <a:prstGeom prst="rect">
            <a:avLst/>
          </a:prstGeom>
          <a:solidFill>
            <a:srgbClr val="1E4264"/>
          </a:solidFill>
          <a:ln w="3088" cap="flat">
            <a:noFill/>
            <a:prstDash val="solid"/>
            <a:miter/>
          </a:ln>
        </p:spPr>
        <p:txBody>
          <a:bodyPr/>
          <a:lstStyle/>
          <a:p>
            <a:endParaRPr lang="en-US" dirty="0"/>
          </a:p>
        </p:txBody>
      </p:sp>
      <p:sp>
        <p:nvSpPr>
          <p:cNvPr id="3" name="Freeform: Shape 2">
            <a:extLst>
              <a:ext uri="{FF2B5EF4-FFF2-40B4-BE49-F238E27FC236}">
                <a16:creationId xmlns:a16="http://schemas.microsoft.com/office/drawing/2014/main" id="{E355C6CD-3C71-C45A-6DA1-AA5AF111E010}"/>
              </a:ext>
            </a:extLst>
          </p:cNvPr>
          <p:cNvSpPr/>
          <p:nvPr/>
        </p:nvSpPr>
        <p:spPr>
          <a:xfrm>
            <a:off x="65086" y="3150032"/>
            <a:ext cx="196993" cy="196993"/>
          </a:xfrm>
          <a:custGeom>
            <a:avLst/>
            <a:gdLst>
              <a:gd name="csX0" fmla="*/ -57 w 196993"/>
              <a:gd name="csY0" fmla="*/ 97938 h 196993"/>
              <a:gd name="csX1" fmla="*/ 98283 w 196993"/>
              <a:gd name="csY1" fmla="*/ -715 h 196993"/>
              <a:gd name="csX2" fmla="*/ 196936 w 196993"/>
              <a:gd name="csY2" fmla="*/ 97626 h 196993"/>
              <a:gd name="csX3" fmla="*/ 98595 w 196993"/>
              <a:gd name="csY3" fmla="*/ 196278 h 196993"/>
              <a:gd name="csX4" fmla="*/ 98221 w 196993"/>
              <a:gd name="csY4" fmla="*/ 196278 h 196993"/>
              <a:gd name="csX5" fmla="*/ -57 w 196993"/>
              <a:gd name="csY5" fmla="*/ 97938 h 196993"/>
              <a:gd name="csX6" fmla="*/ 130584 w 196993"/>
              <a:gd name="csY6" fmla="*/ 158725 h 196993"/>
              <a:gd name="csX7" fmla="*/ 130865 w 196993"/>
              <a:gd name="csY7" fmla="*/ 157818 h 196993"/>
              <a:gd name="csX8" fmla="*/ 134680 w 196993"/>
              <a:gd name="csY8" fmla="*/ 157630 h 196993"/>
              <a:gd name="csX9" fmla="*/ 157444 w 196993"/>
              <a:gd name="csY9" fmla="*/ 141433 h 196993"/>
              <a:gd name="csX10" fmla="*/ 156380 w 196993"/>
              <a:gd name="csY10" fmla="*/ 132991 h 196993"/>
              <a:gd name="csX11" fmla="*/ 136806 w 196993"/>
              <a:gd name="csY11" fmla="*/ 113416 h 196993"/>
              <a:gd name="csX12" fmla="*/ 126425 w 196993"/>
              <a:gd name="csY12" fmla="*/ 113416 h 196993"/>
              <a:gd name="csX13" fmla="*/ 120922 w 196993"/>
              <a:gd name="csY13" fmla="*/ 118794 h 196993"/>
              <a:gd name="csX14" fmla="*/ 107789 w 196993"/>
              <a:gd name="csY14" fmla="*/ 120796 h 196993"/>
              <a:gd name="csX15" fmla="*/ 75426 w 196993"/>
              <a:gd name="csY15" fmla="*/ 88464 h 196993"/>
              <a:gd name="csX16" fmla="*/ 77396 w 196993"/>
              <a:gd name="csY16" fmla="*/ 75300 h 196993"/>
              <a:gd name="csX17" fmla="*/ 82524 w 196993"/>
              <a:gd name="csY17" fmla="*/ 70109 h 196993"/>
              <a:gd name="csX18" fmla="*/ 82892 w 196993"/>
              <a:gd name="csY18" fmla="*/ 59503 h 196993"/>
              <a:gd name="csX19" fmla="*/ 82524 w 196993"/>
              <a:gd name="csY19" fmla="*/ 59134 h 196993"/>
              <a:gd name="csX20" fmla="*/ 63481 w 196993"/>
              <a:gd name="csY20" fmla="*/ 40122 h 196993"/>
              <a:gd name="csX21" fmla="*/ 53368 w 196993"/>
              <a:gd name="csY21" fmla="*/ 39603 h 196993"/>
              <a:gd name="csX22" fmla="*/ 52850 w 196993"/>
              <a:gd name="csY22" fmla="*/ 40122 h 196993"/>
              <a:gd name="csX23" fmla="*/ 45939 w 196993"/>
              <a:gd name="csY23" fmla="*/ 46783 h 196993"/>
              <a:gd name="csX24" fmla="*/ 38872 w 196993"/>
              <a:gd name="csY24" fmla="*/ 60072 h 196993"/>
              <a:gd name="csX25" fmla="*/ 43406 w 196993"/>
              <a:gd name="csY25" fmla="*/ 85775 h 196993"/>
              <a:gd name="csX26" fmla="*/ 110509 w 196993"/>
              <a:gd name="csY26" fmla="*/ 152784 h 196993"/>
              <a:gd name="csX27" fmla="*/ 130584 w 196993"/>
              <a:gd name="csY27" fmla="*/ 158725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96993" h="196993">
                <a:moveTo>
                  <a:pt x="-57" y="97938"/>
                </a:moveTo>
                <a:cubicBezTo>
                  <a:pt x="-143" y="43540"/>
                  <a:pt x="43885" y="-627"/>
                  <a:pt x="98283" y="-715"/>
                </a:cubicBezTo>
                <a:cubicBezTo>
                  <a:pt x="152681" y="-799"/>
                  <a:pt x="196848" y="43227"/>
                  <a:pt x="196936" y="97626"/>
                </a:cubicBezTo>
                <a:cubicBezTo>
                  <a:pt x="197020" y="152024"/>
                  <a:pt x="152994" y="196191"/>
                  <a:pt x="98595" y="196278"/>
                </a:cubicBezTo>
                <a:cubicBezTo>
                  <a:pt x="98470" y="196278"/>
                  <a:pt x="98346" y="196278"/>
                  <a:pt x="98221" y="196278"/>
                </a:cubicBezTo>
                <a:cubicBezTo>
                  <a:pt x="43962" y="196175"/>
                  <a:pt x="12" y="152196"/>
                  <a:pt x="-57" y="97938"/>
                </a:cubicBezTo>
                <a:close/>
                <a:moveTo>
                  <a:pt x="130584" y="158725"/>
                </a:moveTo>
                <a:lnTo>
                  <a:pt x="130865" y="157818"/>
                </a:lnTo>
                <a:cubicBezTo>
                  <a:pt x="132116" y="157818"/>
                  <a:pt x="133429" y="157818"/>
                  <a:pt x="134680" y="157630"/>
                </a:cubicBezTo>
                <a:cubicBezTo>
                  <a:pt x="145374" y="156598"/>
                  <a:pt x="151440" y="148938"/>
                  <a:pt x="157444" y="141433"/>
                </a:cubicBezTo>
                <a:cubicBezTo>
                  <a:pt x="159354" y="138775"/>
                  <a:pt x="158891" y="135092"/>
                  <a:pt x="156380" y="132991"/>
                </a:cubicBezTo>
                <a:cubicBezTo>
                  <a:pt x="149939" y="126402"/>
                  <a:pt x="143413" y="119880"/>
                  <a:pt x="136806" y="113416"/>
                </a:cubicBezTo>
                <a:cubicBezTo>
                  <a:pt x="133939" y="110555"/>
                  <a:pt x="129293" y="110555"/>
                  <a:pt x="126425" y="113416"/>
                </a:cubicBezTo>
                <a:cubicBezTo>
                  <a:pt x="124518" y="115136"/>
                  <a:pt x="122829" y="117075"/>
                  <a:pt x="120922" y="118794"/>
                </a:cubicBezTo>
                <a:cubicBezTo>
                  <a:pt x="117480" y="122315"/>
                  <a:pt x="112123" y="123132"/>
                  <a:pt x="107789" y="120796"/>
                </a:cubicBezTo>
                <a:cubicBezTo>
                  <a:pt x="93899" y="113648"/>
                  <a:pt x="82586" y="102347"/>
                  <a:pt x="75426" y="88464"/>
                </a:cubicBezTo>
                <a:cubicBezTo>
                  <a:pt x="73076" y="84127"/>
                  <a:pt x="73879" y="78758"/>
                  <a:pt x="77396" y="75300"/>
                </a:cubicBezTo>
                <a:cubicBezTo>
                  <a:pt x="79021" y="73517"/>
                  <a:pt x="80866" y="71891"/>
                  <a:pt x="82524" y="70109"/>
                </a:cubicBezTo>
                <a:cubicBezTo>
                  <a:pt x="85554" y="67282"/>
                  <a:pt x="85720" y="62533"/>
                  <a:pt x="82892" y="59503"/>
                </a:cubicBezTo>
                <a:cubicBezTo>
                  <a:pt x="82774" y="59374"/>
                  <a:pt x="82651" y="59253"/>
                  <a:pt x="82524" y="59134"/>
                </a:cubicBezTo>
                <a:cubicBezTo>
                  <a:pt x="76270" y="52714"/>
                  <a:pt x="69922" y="46376"/>
                  <a:pt x="63481" y="40122"/>
                </a:cubicBezTo>
                <a:cubicBezTo>
                  <a:pt x="60831" y="37186"/>
                  <a:pt x="56303" y="36955"/>
                  <a:pt x="53368" y="39603"/>
                </a:cubicBezTo>
                <a:cubicBezTo>
                  <a:pt x="53186" y="39769"/>
                  <a:pt x="53013" y="39941"/>
                  <a:pt x="52850" y="40122"/>
                </a:cubicBezTo>
                <a:cubicBezTo>
                  <a:pt x="50442" y="42249"/>
                  <a:pt x="48284" y="44594"/>
                  <a:pt x="45939" y="46783"/>
                </a:cubicBezTo>
                <a:cubicBezTo>
                  <a:pt x="42133" y="50272"/>
                  <a:pt x="39639" y="54966"/>
                  <a:pt x="38872" y="60072"/>
                </a:cubicBezTo>
                <a:cubicBezTo>
                  <a:pt x="37644" y="68902"/>
                  <a:pt x="39230" y="77898"/>
                  <a:pt x="43406" y="85775"/>
                </a:cubicBezTo>
                <a:cubicBezTo>
                  <a:pt x="57213" y="115296"/>
                  <a:pt x="80968" y="139019"/>
                  <a:pt x="110509" y="152784"/>
                </a:cubicBezTo>
                <a:cubicBezTo>
                  <a:pt x="117034" y="155288"/>
                  <a:pt x="123746" y="157277"/>
                  <a:pt x="130584" y="158725"/>
                </a:cubicBezTo>
                <a:close/>
              </a:path>
            </a:pathLst>
          </a:custGeom>
          <a:solidFill>
            <a:srgbClr val="FFFFFF"/>
          </a:solidFill>
          <a:ln w="3126" cap="flat">
            <a:noFill/>
            <a:prstDash val="solid"/>
            <a:miter/>
          </a:ln>
        </p:spPr>
        <p:txBody>
          <a:bodyPr/>
          <a:lstStyle/>
          <a:p>
            <a:endParaRPr lang="en-US" dirty="0"/>
          </a:p>
        </p:txBody>
      </p:sp>
      <p:sp>
        <p:nvSpPr>
          <p:cNvPr id="4" name="TextBox 3">
            <a:extLst>
              <a:ext uri="{FF2B5EF4-FFF2-40B4-BE49-F238E27FC236}">
                <a16:creationId xmlns:a16="http://schemas.microsoft.com/office/drawing/2014/main" id="{616EC702-7631-4887-5CE7-92A094A27BBB}"/>
              </a:ext>
            </a:extLst>
          </p:cNvPr>
          <p:cNvSpPr txBox="1"/>
          <p:nvPr/>
        </p:nvSpPr>
        <p:spPr>
          <a:xfrm>
            <a:off x="262079" y="3145291"/>
            <a:ext cx="1441420" cy="276999"/>
          </a:xfrm>
          <a:prstGeom prst="rect">
            <a:avLst/>
          </a:prstGeom>
          <a:noFill/>
        </p:spPr>
        <p:txBody>
          <a:bodyPr wrap="none" rtlCol="0">
            <a:spAutoFit/>
          </a:bodyPr>
          <a:lstStyle/>
          <a:p>
            <a:pPr algn="l"/>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+20-101-733-5133</a:t>
            </a:r>
          </a:p>
        </p:txBody>
      </p:sp>
      <p:sp>
        <p:nvSpPr>
          <p:cNvPr id="5" name="TextBox 4">
            <a:extLst>
              <a:ext uri="{FF2B5EF4-FFF2-40B4-BE49-F238E27FC236}">
                <a16:creationId xmlns:a16="http://schemas.microsoft.com/office/drawing/2014/main" id="{7FF5CA89-6F9C-4D20-6FC4-5A3F33F4943B}"/>
              </a:ext>
            </a:extLst>
          </p:cNvPr>
          <p:cNvSpPr txBox="1"/>
          <p:nvPr/>
        </p:nvSpPr>
        <p:spPr>
          <a:xfrm>
            <a:off x="234959" y="3546386"/>
            <a:ext cx="1770228" cy="461665"/>
          </a:xfrm>
          <a:prstGeom prst="rect">
            <a:avLst/>
          </a:prstGeom>
          <a:noFill/>
        </p:spPr>
        <p:txBody>
          <a:bodyPr wrap="non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hr@geoinformatics-for-</a:t>
            </a:r>
          </a:p>
          <a:p>
            <a:r>
              <a:rPr lang="en-US" sz="1200" dirty="0">
                <a:ln/>
                <a:solidFill>
                  <a:srgbClr val="FFFFFF"/>
                </a:solidFill>
                <a:latin typeface="Dubai Light" panose="020B0303030403030204" pitchFamily="34" charset="-78"/>
                <a:cs typeface="Dubai Light" panose="020B0303030403030204" pitchFamily="34" charset="-78"/>
                <a:sym typeface="Dubai"/>
                <a:rtl val="0"/>
              </a:rPr>
              <a:t>information-systems.com</a:t>
            </a:r>
          </a:p>
        </p:txBody>
      </p:sp>
      <p:sp>
        <p:nvSpPr>
          <p:cNvPr id="6" name="TextBox 5">
            <a:extLst>
              <a:ext uri="{FF2B5EF4-FFF2-40B4-BE49-F238E27FC236}">
                <a16:creationId xmlns:a16="http://schemas.microsoft.com/office/drawing/2014/main" id="{B3FF33DA-6986-B8D8-0312-3EB0D939ACF4}"/>
              </a:ext>
            </a:extLst>
          </p:cNvPr>
          <p:cNvSpPr txBox="1"/>
          <p:nvPr/>
        </p:nvSpPr>
        <p:spPr>
          <a:xfrm>
            <a:off x="240339" y="4073602"/>
            <a:ext cx="2007562" cy="461665"/>
          </a:xfrm>
          <a:prstGeom prst="rect">
            <a:avLst/>
          </a:prstGeom>
          <a:noFill/>
        </p:spPr>
        <p:txBody>
          <a:bodyPr wrap="square" rtlCol="0">
            <a:spAutoFit/>
          </a:bodyPr>
          <a:lstStyle/>
          <a:p>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https://www.linkedin.com/in/</a:t>
            </a:r>
            <a:r>
              <a:rPr lang="en-US" sz="1200" dirty="0">
                <a:ln/>
                <a:solidFill>
                  <a:srgbClr val="FFFFFF"/>
                </a:solidFill>
                <a:latin typeface="Dubai Light" panose="020B0303030403030204" pitchFamily="34" charset="-78"/>
                <a:cs typeface="Dubai Light" panose="020B0303030403030204" pitchFamily="34" charset="-78"/>
                <a:sym typeface="Dubai"/>
                <a:rtl val="0"/>
              </a:rPr>
              <a:t>ahmed-badr-eldin/</a:t>
            </a:r>
          </a:p>
        </p:txBody>
      </p:sp>
      <p:sp>
        <p:nvSpPr>
          <p:cNvPr id="7" name="Freeform: Shape 6">
            <a:extLst>
              <a:ext uri="{FF2B5EF4-FFF2-40B4-BE49-F238E27FC236}">
                <a16:creationId xmlns:a16="http://schemas.microsoft.com/office/drawing/2014/main" id="{29E6535D-ED9D-D2E8-6803-1A44D1A3462F}"/>
              </a:ext>
            </a:extLst>
          </p:cNvPr>
          <p:cNvSpPr/>
          <p:nvPr/>
        </p:nvSpPr>
        <p:spPr>
          <a:xfrm>
            <a:off x="65179" y="3677394"/>
            <a:ext cx="196994" cy="196993"/>
          </a:xfrm>
          <a:custGeom>
            <a:avLst/>
            <a:gdLst>
              <a:gd name="csX0" fmla="*/ 98503 w 196994"/>
              <a:gd name="csY0" fmla="*/ -715 h 196993"/>
              <a:gd name="csX1" fmla="*/ 196937 w 196994"/>
              <a:gd name="csY1" fmla="*/ 97844 h 196993"/>
              <a:gd name="csX2" fmla="*/ 98376 w 196994"/>
              <a:gd name="csY2" fmla="*/ 196278 h 196993"/>
              <a:gd name="csX3" fmla="*/ -57 w 196994"/>
              <a:gd name="csY3" fmla="*/ 97720 h 196993"/>
              <a:gd name="csX4" fmla="*/ -56 w 196994"/>
              <a:gd name="csY4" fmla="*/ 97344 h 196993"/>
              <a:gd name="csX5" fmla="*/ 98503 w 196994"/>
              <a:gd name="csY5" fmla="*/ -715 h 196993"/>
              <a:gd name="csX6" fmla="*/ 41343 w 196994"/>
              <a:gd name="csY6" fmla="*/ 58352 h 196993"/>
              <a:gd name="csX7" fmla="*/ 42719 w 196994"/>
              <a:gd name="csY7" fmla="*/ 60135 h 196993"/>
              <a:gd name="csX8" fmla="*/ 91968 w 196994"/>
              <a:gd name="csY8" fmla="*/ 109383 h 196993"/>
              <a:gd name="csX9" fmla="*/ 105288 w 196994"/>
              <a:gd name="csY9" fmla="*/ 109039 h 196993"/>
              <a:gd name="csX10" fmla="*/ 153692 w 196994"/>
              <a:gd name="csY10" fmla="*/ 60603 h 196993"/>
              <a:gd name="csX11" fmla="*/ 155506 w 196994"/>
              <a:gd name="csY11" fmla="*/ 58352 h 196993"/>
              <a:gd name="csX12" fmla="*/ 44783 w 196994"/>
              <a:gd name="csY12" fmla="*/ 137181 h 196993"/>
              <a:gd name="csX13" fmla="*/ 151628 w 196994"/>
              <a:gd name="csY13" fmla="*/ 137181 h 196993"/>
              <a:gd name="csX14" fmla="*/ 118765 w 196994"/>
              <a:gd name="csY14" fmla="*/ 104317 h 196993"/>
              <a:gd name="csX15" fmla="*/ 114106 w 196994"/>
              <a:gd name="csY15" fmla="*/ 109695 h 196993"/>
              <a:gd name="csX16" fmla="*/ 94188 w 196994"/>
              <a:gd name="csY16" fmla="*/ 117700 h 196993"/>
              <a:gd name="csX17" fmla="*/ 88559 w 196994"/>
              <a:gd name="csY17" fmla="*/ 115230 h 196993"/>
              <a:gd name="csX18" fmla="*/ 77709 w 196994"/>
              <a:gd name="csY18" fmla="*/ 104223 h 196993"/>
              <a:gd name="csX19" fmla="*/ 71205 w 196994"/>
              <a:gd name="csY19" fmla="*/ 99471 h 196993"/>
              <a:gd name="csX20" fmla="*/ 36247 w 196994"/>
              <a:gd name="csY20" fmla="*/ 64512 h 196993"/>
              <a:gd name="csX21" fmla="*/ 36247 w 196994"/>
              <a:gd name="csY21" fmla="*/ 134273 h 196993"/>
              <a:gd name="csX22" fmla="*/ 160540 w 196994"/>
              <a:gd name="csY22" fmla="*/ 134491 h 196993"/>
              <a:gd name="csX23" fmla="*/ 160540 w 196994"/>
              <a:gd name="csY23" fmla="*/ 64199 h 196993"/>
              <a:gd name="csX24" fmla="*/ 125300 w 196994"/>
              <a:gd name="csY24" fmla="*/ 99408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994" h="196993">
                <a:moveTo>
                  <a:pt x="98503" y="-715"/>
                </a:moveTo>
                <a:cubicBezTo>
                  <a:pt x="152901" y="-683"/>
                  <a:pt x="196971" y="43437"/>
                  <a:pt x="196937" y="97844"/>
                </a:cubicBezTo>
                <a:cubicBezTo>
                  <a:pt x="196899" y="152252"/>
                  <a:pt x="152773" y="196310"/>
                  <a:pt x="98376" y="196278"/>
                </a:cubicBezTo>
                <a:cubicBezTo>
                  <a:pt x="43978" y="196247"/>
                  <a:pt x="-92" y="152127"/>
                  <a:pt x="-57" y="97720"/>
                </a:cubicBezTo>
                <a:cubicBezTo>
                  <a:pt x="-57" y="97594"/>
                  <a:pt x="-57" y="97469"/>
                  <a:pt x="-56" y="97344"/>
                </a:cubicBezTo>
                <a:cubicBezTo>
                  <a:pt x="150" y="43093"/>
                  <a:pt x="44236" y="-777"/>
                  <a:pt x="98503" y="-715"/>
                </a:cubicBezTo>
                <a:close/>
                <a:moveTo>
                  <a:pt x="41343" y="58352"/>
                </a:moveTo>
                <a:cubicBezTo>
                  <a:pt x="42000" y="59196"/>
                  <a:pt x="42313" y="59728"/>
                  <a:pt x="42719" y="60135"/>
                </a:cubicBezTo>
                <a:cubicBezTo>
                  <a:pt x="59146" y="76551"/>
                  <a:pt x="75562" y="92967"/>
                  <a:pt x="91968" y="109383"/>
                </a:cubicBezTo>
                <a:cubicBezTo>
                  <a:pt x="94594" y="111978"/>
                  <a:pt x="102599" y="111759"/>
                  <a:pt x="105288" y="109039"/>
                </a:cubicBezTo>
                <a:cubicBezTo>
                  <a:pt x="121464" y="92904"/>
                  <a:pt x="137598" y="76769"/>
                  <a:pt x="153692" y="60603"/>
                </a:cubicBezTo>
                <a:cubicBezTo>
                  <a:pt x="154346" y="59884"/>
                  <a:pt x="154952" y="59134"/>
                  <a:pt x="155506" y="58352"/>
                </a:cubicBezTo>
                <a:close/>
                <a:moveTo>
                  <a:pt x="44783" y="137181"/>
                </a:moveTo>
                <a:lnTo>
                  <a:pt x="151628" y="137181"/>
                </a:lnTo>
                <a:lnTo>
                  <a:pt x="118765" y="104317"/>
                </a:lnTo>
                <a:cubicBezTo>
                  <a:pt x="117093" y="106006"/>
                  <a:pt x="115537" y="107788"/>
                  <a:pt x="114106" y="109695"/>
                </a:cubicBezTo>
                <a:cubicBezTo>
                  <a:pt x="109837" y="116324"/>
                  <a:pt x="101853" y="119514"/>
                  <a:pt x="94188" y="117700"/>
                </a:cubicBezTo>
                <a:cubicBezTo>
                  <a:pt x="92128" y="117387"/>
                  <a:pt x="90188" y="116543"/>
                  <a:pt x="88559" y="115230"/>
                </a:cubicBezTo>
                <a:cubicBezTo>
                  <a:pt x="84713" y="111728"/>
                  <a:pt x="81211" y="107819"/>
                  <a:pt x="77709" y="104223"/>
                </a:cubicBezTo>
                <a:close/>
                <a:moveTo>
                  <a:pt x="71205" y="99471"/>
                </a:moveTo>
                <a:lnTo>
                  <a:pt x="36247" y="64512"/>
                </a:lnTo>
                <a:lnTo>
                  <a:pt x="36247" y="134273"/>
                </a:lnTo>
                <a:close/>
                <a:moveTo>
                  <a:pt x="160540" y="134491"/>
                </a:moveTo>
                <a:lnTo>
                  <a:pt x="160540" y="64199"/>
                </a:lnTo>
                <a:lnTo>
                  <a:pt x="125300" y="99408"/>
                </a:lnTo>
                <a:close/>
              </a:path>
            </a:pathLst>
          </a:custGeom>
          <a:solidFill>
            <a:srgbClr val="FFFFFF"/>
          </a:solidFill>
          <a:ln w="3126" cap="flat">
            <a:noFill/>
            <a:prstDash val="solid"/>
            <a:miter/>
          </a:ln>
        </p:spPr>
        <p:txBody>
          <a:bodyPr/>
          <a:lstStyle/>
          <a:p>
            <a:endParaRPr lang="en-US" dirty="0"/>
          </a:p>
        </p:txBody>
      </p:sp>
      <p:sp>
        <p:nvSpPr>
          <p:cNvPr id="8" name="Freeform: Shape 7">
            <a:extLst>
              <a:ext uri="{FF2B5EF4-FFF2-40B4-BE49-F238E27FC236}">
                <a16:creationId xmlns:a16="http://schemas.microsoft.com/office/drawing/2014/main" id="{201FD7AC-1CCE-53D2-44AF-660B1E78DC62}"/>
              </a:ext>
            </a:extLst>
          </p:cNvPr>
          <p:cNvSpPr/>
          <p:nvPr/>
        </p:nvSpPr>
        <p:spPr>
          <a:xfrm>
            <a:off x="65180" y="4204703"/>
            <a:ext cx="196993" cy="196993"/>
          </a:xfrm>
          <a:custGeom>
            <a:avLst/>
            <a:gdLst>
              <a:gd name="csX0" fmla="*/ -57 w 196993"/>
              <a:gd name="csY0" fmla="*/ 97813 h 196993"/>
              <a:gd name="csX1" fmla="*/ 98408 w 196993"/>
              <a:gd name="csY1" fmla="*/ -715 h 196993"/>
              <a:gd name="csX2" fmla="*/ 196936 w 196993"/>
              <a:gd name="csY2" fmla="*/ 97751 h 196993"/>
              <a:gd name="csX3" fmla="*/ 98471 w 196993"/>
              <a:gd name="csY3" fmla="*/ 196278 h 196993"/>
              <a:gd name="csX4" fmla="*/ 98314 w 196993"/>
              <a:gd name="csY4" fmla="*/ 196278 h 196993"/>
              <a:gd name="csX5" fmla="*/ -57 w 196993"/>
              <a:gd name="csY5" fmla="*/ 97813 h 196993"/>
              <a:gd name="csX6" fmla="*/ 83149 w 196993"/>
              <a:gd name="csY6" fmla="*/ 148093 h 196993"/>
              <a:gd name="csX7" fmla="*/ 107038 w 196993"/>
              <a:gd name="csY7" fmla="*/ 148093 h 196993"/>
              <a:gd name="csX8" fmla="*/ 107038 w 196993"/>
              <a:gd name="csY8" fmla="*/ 108601 h 196993"/>
              <a:gd name="csX9" fmla="*/ 109540 w 196993"/>
              <a:gd name="csY9" fmla="*/ 98939 h 196993"/>
              <a:gd name="csX10" fmla="*/ 122954 w 196993"/>
              <a:gd name="csY10" fmla="*/ 93561 h 196993"/>
              <a:gd name="csX11" fmla="*/ 131553 w 196993"/>
              <a:gd name="csY11" fmla="*/ 102722 h 196993"/>
              <a:gd name="csX12" fmla="*/ 132272 w 196993"/>
              <a:gd name="csY12" fmla="*/ 108445 h 196993"/>
              <a:gd name="csX13" fmla="*/ 132272 w 196993"/>
              <a:gd name="csY13" fmla="*/ 145967 h 196993"/>
              <a:gd name="csX14" fmla="*/ 132272 w 196993"/>
              <a:gd name="csY14" fmla="*/ 148124 h 196993"/>
              <a:gd name="csX15" fmla="*/ 156193 w 196993"/>
              <a:gd name="csY15" fmla="*/ 148124 h 196993"/>
              <a:gd name="csX16" fmla="*/ 156193 w 196993"/>
              <a:gd name="csY16" fmla="*/ 145779 h 196993"/>
              <a:gd name="csX17" fmla="*/ 156193 w 196993"/>
              <a:gd name="csY17" fmla="*/ 108257 h 196993"/>
              <a:gd name="csX18" fmla="*/ 155661 w 196993"/>
              <a:gd name="csY18" fmla="*/ 99251 h 196993"/>
              <a:gd name="csX19" fmla="*/ 131834 w 196993"/>
              <a:gd name="csY19" fmla="*/ 74549 h 196993"/>
              <a:gd name="csX20" fmla="*/ 108164 w 196993"/>
              <a:gd name="csY20" fmla="*/ 84618 h 196993"/>
              <a:gd name="csX21" fmla="*/ 106882 w 196993"/>
              <a:gd name="csY21" fmla="*/ 86056 h 196993"/>
              <a:gd name="csX22" fmla="*/ 106882 w 196993"/>
              <a:gd name="csY22" fmla="*/ 76206 h 196993"/>
              <a:gd name="csX23" fmla="*/ 83149 w 196993"/>
              <a:gd name="csY23" fmla="*/ 76206 h 196993"/>
              <a:gd name="csX24" fmla="*/ 45845 w 196993"/>
              <a:gd name="csY24" fmla="*/ 147843 h 196993"/>
              <a:gd name="csX25" fmla="*/ 69703 w 196993"/>
              <a:gd name="csY25" fmla="*/ 147843 h 196993"/>
              <a:gd name="csX26" fmla="*/ 69703 w 196993"/>
              <a:gd name="csY26" fmla="*/ 146561 h 196993"/>
              <a:gd name="csX27" fmla="*/ 69703 w 196993"/>
              <a:gd name="csY27" fmla="*/ 77551 h 196993"/>
              <a:gd name="csX28" fmla="*/ 67796 w 196993"/>
              <a:gd name="csY28" fmla="*/ 75769 h 196993"/>
              <a:gd name="csX29" fmla="*/ 47440 w 196993"/>
              <a:gd name="csY29" fmla="*/ 75769 h 196993"/>
              <a:gd name="csX30" fmla="*/ 45751 w 196993"/>
              <a:gd name="csY30" fmla="*/ 75769 h 196993"/>
              <a:gd name="csX31" fmla="*/ 44438 w 196993"/>
              <a:gd name="csY31" fmla="*/ 53568 h 196993"/>
              <a:gd name="csX32" fmla="*/ 56923 w 196993"/>
              <a:gd name="csY32" fmla="*/ 66107 h 196993"/>
              <a:gd name="csX33" fmla="*/ 57696 w 196993"/>
              <a:gd name="csY33" fmla="*/ 66075 h 196993"/>
              <a:gd name="csX34" fmla="*/ 70204 w 196993"/>
              <a:gd name="csY34" fmla="*/ 53568 h 196993"/>
              <a:gd name="csX35" fmla="*/ 57696 w 196993"/>
              <a:gd name="csY35" fmla="*/ 41060 h 196993"/>
              <a:gd name="csX36" fmla="*/ 44519 w 196993"/>
              <a:gd name="csY36" fmla="*/ 52849 h 196993"/>
              <a:gd name="csX37" fmla="*/ 44501 w 196993"/>
              <a:gd name="csY37" fmla="*/ 53693 h 19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96993" h="196993">
                <a:moveTo>
                  <a:pt x="-57" y="97813"/>
                </a:moveTo>
                <a:cubicBezTo>
                  <a:pt x="-74" y="43405"/>
                  <a:pt x="44010" y="-683"/>
                  <a:pt x="98408" y="-715"/>
                </a:cubicBezTo>
                <a:cubicBezTo>
                  <a:pt x="152806" y="-746"/>
                  <a:pt x="196917" y="43343"/>
                  <a:pt x="196936" y="97751"/>
                </a:cubicBezTo>
                <a:cubicBezTo>
                  <a:pt x="196955" y="152158"/>
                  <a:pt x="152869" y="196247"/>
                  <a:pt x="98471" y="196278"/>
                </a:cubicBezTo>
                <a:cubicBezTo>
                  <a:pt x="98418" y="196278"/>
                  <a:pt x="98366" y="196278"/>
                  <a:pt x="98314" y="196278"/>
                </a:cubicBezTo>
                <a:cubicBezTo>
                  <a:pt x="43984" y="196184"/>
                  <a:pt x="-23" y="152158"/>
                  <a:pt x="-57" y="97813"/>
                </a:cubicBezTo>
                <a:close/>
                <a:moveTo>
                  <a:pt x="83149" y="148093"/>
                </a:moveTo>
                <a:lnTo>
                  <a:pt x="107038" y="148093"/>
                </a:lnTo>
                <a:lnTo>
                  <a:pt x="107038" y="108601"/>
                </a:lnTo>
                <a:cubicBezTo>
                  <a:pt x="106794" y="105193"/>
                  <a:pt x="107673" y="101784"/>
                  <a:pt x="109540" y="98939"/>
                </a:cubicBezTo>
                <a:cubicBezTo>
                  <a:pt x="112418" y="94468"/>
                  <a:pt x="117794" y="92341"/>
                  <a:pt x="122954" y="93561"/>
                </a:cubicBezTo>
                <a:cubicBezTo>
                  <a:pt x="127506" y="94436"/>
                  <a:pt x="130982" y="98126"/>
                  <a:pt x="131553" y="102722"/>
                </a:cubicBezTo>
                <a:cubicBezTo>
                  <a:pt x="132009" y="104599"/>
                  <a:pt x="132250" y="106506"/>
                  <a:pt x="132272" y="108445"/>
                </a:cubicBezTo>
                <a:cubicBezTo>
                  <a:pt x="132272" y="120952"/>
                  <a:pt x="132272" y="133460"/>
                  <a:pt x="132272" y="145967"/>
                </a:cubicBezTo>
                <a:lnTo>
                  <a:pt x="132272" y="148124"/>
                </a:lnTo>
                <a:lnTo>
                  <a:pt x="156193" y="148124"/>
                </a:lnTo>
                <a:lnTo>
                  <a:pt x="156193" y="145779"/>
                </a:lnTo>
                <a:cubicBezTo>
                  <a:pt x="156193" y="133272"/>
                  <a:pt x="156193" y="120764"/>
                  <a:pt x="156193" y="108257"/>
                </a:cubicBezTo>
                <a:cubicBezTo>
                  <a:pt x="156202" y="105255"/>
                  <a:pt x="156027" y="102253"/>
                  <a:pt x="155661" y="99251"/>
                </a:cubicBezTo>
                <a:cubicBezTo>
                  <a:pt x="154035" y="87026"/>
                  <a:pt x="147219" y="76050"/>
                  <a:pt x="131834" y="74549"/>
                </a:cubicBezTo>
                <a:cubicBezTo>
                  <a:pt x="122664" y="73079"/>
                  <a:pt x="113460" y="76988"/>
                  <a:pt x="108164" y="84618"/>
                </a:cubicBezTo>
                <a:cubicBezTo>
                  <a:pt x="107767" y="85118"/>
                  <a:pt x="107339" y="85618"/>
                  <a:pt x="106882" y="86056"/>
                </a:cubicBezTo>
                <a:lnTo>
                  <a:pt x="106882" y="76206"/>
                </a:lnTo>
                <a:lnTo>
                  <a:pt x="83149" y="76206"/>
                </a:lnTo>
                <a:close/>
                <a:moveTo>
                  <a:pt x="45845" y="147843"/>
                </a:moveTo>
                <a:lnTo>
                  <a:pt x="69703" y="147843"/>
                </a:lnTo>
                <a:cubicBezTo>
                  <a:pt x="69703" y="147311"/>
                  <a:pt x="69703" y="146936"/>
                  <a:pt x="69703" y="146561"/>
                </a:cubicBezTo>
                <a:cubicBezTo>
                  <a:pt x="69703" y="123641"/>
                  <a:pt x="69703" y="100627"/>
                  <a:pt x="69703" y="77551"/>
                </a:cubicBezTo>
                <a:cubicBezTo>
                  <a:pt x="69703" y="76050"/>
                  <a:pt x="69172" y="75737"/>
                  <a:pt x="67796" y="75769"/>
                </a:cubicBezTo>
                <a:cubicBezTo>
                  <a:pt x="61011" y="75769"/>
                  <a:pt x="54225" y="75769"/>
                  <a:pt x="47440" y="75769"/>
                </a:cubicBezTo>
                <a:cubicBezTo>
                  <a:pt x="46877" y="75737"/>
                  <a:pt x="46314" y="75737"/>
                  <a:pt x="45751" y="75769"/>
                </a:cubicBezTo>
                <a:close/>
                <a:moveTo>
                  <a:pt x="44438" y="53568"/>
                </a:moveTo>
                <a:cubicBezTo>
                  <a:pt x="44426" y="60478"/>
                  <a:pt x="50016" y="66075"/>
                  <a:pt x="56923" y="66107"/>
                </a:cubicBezTo>
                <a:cubicBezTo>
                  <a:pt x="57181" y="66107"/>
                  <a:pt x="57439" y="66075"/>
                  <a:pt x="57696" y="66075"/>
                </a:cubicBezTo>
                <a:cubicBezTo>
                  <a:pt x="64604" y="66075"/>
                  <a:pt x="70204" y="60478"/>
                  <a:pt x="70204" y="53568"/>
                </a:cubicBezTo>
                <a:cubicBezTo>
                  <a:pt x="70204" y="46658"/>
                  <a:pt x="64604" y="41060"/>
                  <a:pt x="57696" y="41060"/>
                </a:cubicBezTo>
                <a:cubicBezTo>
                  <a:pt x="50799" y="40685"/>
                  <a:pt x="44899" y="45970"/>
                  <a:pt x="44519" y="52849"/>
                </a:cubicBezTo>
                <a:cubicBezTo>
                  <a:pt x="44503" y="53130"/>
                  <a:pt x="44498" y="53412"/>
                  <a:pt x="44501" y="53693"/>
                </a:cubicBezTo>
                <a:close/>
              </a:path>
            </a:pathLst>
          </a:custGeom>
          <a:solidFill>
            <a:srgbClr val="FFFFFF"/>
          </a:solidFill>
          <a:ln w="3126" cap="flat">
            <a:noFill/>
            <a:prstDash val="solid"/>
            <a:miter/>
          </a:ln>
        </p:spPr>
        <p:txBody>
          <a:bodyPr/>
          <a:lstStyle/>
          <a:p>
            <a:endParaRPr lang="en-US" dirty="0"/>
          </a:p>
        </p:txBody>
      </p:sp>
      <p:sp>
        <p:nvSpPr>
          <p:cNvPr id="9" name="TextBox 8">
            <a:extLst>
              <a:ext uri="{FF2B5EF4-FFF2-40B4-BE49-F238E27FC236}">
                <a16:creationId xmlns:a16="http://schemas.microsoft.com/office/drawing/2014/main" id="{A98E93B8-949C-906D-6810-4E3F10000998}"/>
              </a:ext>
            </a:extLst>
          </p:cNvPr>
          <p:cNvSpPr txBox="1"/>
          <p:nvPr/>
        </p:nvSpPr>
        <p:spPr>
          <a:xfrm>
            <a:off x="-25165" y="2550851"/>
            <a:ext cx="2043188" cy="369332"/>
          </a:xfrm>
          <a:prstGeom prst="rect">
            <a:avLst/>
          </a:prstGeom>
          <a:noFill/>
        </p:spPr>
        <p:txBody>
          <a:bodyPr wrap="none" rtlCol="0">
            <a:spAutoFit/>
          </a:bodyPr>
          <a:lstStyle/>
          <a:p>
            <a:pPr algn="l"/>
            <a:r>
              <a:rPr lang="en-US" spc="0" baseline="0" dirty="0">
                <a:ln/>
                <a:solidFill>
                  <a:srgbClr val="FFFFFF"/>
                </a:solidFill>
                <a:latin typeface="Dubai Light" panose="020B0303030403030204" pitchFamily="34" charset="-78"/>
                <a:cs typeface="Dubai Light" panose="020B0303030403030204" pitchFamily="34" charset="-78"/>
                <a:sym typeface="Dubai"/>
                <a:rtl val="0"/>
              </a:rPr>
              <a:t>CONTACT DETAILS</a:t>
            </a:r>
          </a:p>
        </p:txBody>
      </p:sp>
      <p:sp>
        <p:nvSpPr>
          <p:cNvPr id="10" name="TextBox 9">
            <a:extLst>
              <a:ext uri="{FF2B5EF4-FFF2-40B4-BE49-F238E27FC236}">
                <a16:creationId xmlns:a16="http://schemas.microsoft.com/office/drawing/2014/main" id="{17F15192-1DB8-671F-587E-29886168DF4F}"/>
              </a:ext>
            </a:extLst>
          </p:cNvPr>
          <p:cNvSpPr txBox="1"/>
          <p:nvPr/>
        </p:nvSpPr>
        <p:spPr>
          <a:xfrm>
            <a:off x="65086" y="4915520"/>
            <a:ext cx="865237" cy="369332"/>
          </a:xfrm>
          <a:prstGeom prst="rect">
            <a:avLst/>
          </a:prstGeom>
          <a:noFill/>
        </p:spPr>
        <p:txBody>
          <a:bodyPr wrap="none" rtlCol="0">
            <a:spAutoFit/>
          </a:bodyPr>
          <a:lstStyle/>
          <a:p>
            <a:pPr algn="l"/>
            <a:r>
              <a:rPr lang="en-US" dirty="0">
                <a:ln/>
                <a:solidFill>
                  <a:srgbClr val="FFFFFF"/>
                </a:solidFill>
                <a:latin typeface="Dubai Light" panose="020B0303030403030204" pitchFamily="34" charset="-78"/>
                <a:cs typeface="Dubai Light" panose="020B0303030403030204" pitchFamily="34" charset="-78"/>
                <a:sym typeface="Dubai"/>
                <a:rtl val="0"/>
              </a:rPr>
              <a:t>SKILLS</a:t>
            </a:r>
          </a:p>
        </p:txBody>
      </p:sp>
      <p:sp>
        <p:nvSpPr>
          <p:cNvPr id="11" name="TextBox 10">
            <a:extLst>
              <a:ext uri="{FF2B5EF4-FFF2-40B4-BE49-F238E27FC236}">
                <a16:creationId xmlns:a16="http://schemas.microsoft.com/office/drawing/2014/main" id="{91C320B4-98D0-92AD-DB46-93B33D21D352}"/>
              </a:ext>
            </a:extLst>
          </p:cNvPr>
          <p:cNvSpPr txBox="1"/>
          <p:nvPr/>
        </p:nvSpPr>
        <p:spPr>
          <a:xfrm>
            <a:off x="175561" y="5459675"/>
            <a:ext cx="1895071" cy="1731243"/>
          </a:xfrm>
          <a:prstGeom prst="rect">
            <a:avLst/>
          </a:prstGeom>
          <a:noFill/>
        </p:spPr>
        <p:txBody>
          <a:bodyPr wrap="none" rtlCol="0">
            <a:spAutoFit/>
          </a:bodyPr>
          <a:lstStyle/>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ArcGIS Pro</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Erdas Imagine</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Microsoft Office Backage</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QGIS</a:t>
            </a:r>
          </a:p>
          <a:p>
            <a:pPr marL="171450" indent="-171450" algn="l">
              <a:lnSpc>
                <a:spcPct val="150000"/>
              </a:lnSpc>
              <a:buFont typeface="Arial" panose="020B0604020202020204" pitchFamily="34" charset="0"/>
              <a:buChar char="•"/>
            </a:pPr>
            <a:r>
              <a:rPr lang="en-US" sz="1200" spc="0" baseline="0" dirty="0">
                <a:ln/>
                <a:solidFill>
                  <a:srgbClr val="FFFFFF"/>
                </a:solidFill>
                <a:latin typeface="Dubai Light" panose="020B0303030403030204" pitchFamily="34" charset="-78"/>
                <a:cs typeface="Dubai Light" panose="020B0303030403030204" pitchFamily="34" charset="-78"/>
                <a:sym typeface="Dubai"/>
                <a:rtl val="0"/>
              </a:rPr>
              <a:t>SNAP Desktop</a:t>
            </a:r>
          </a:p>
          <a:p>
            <a:pPr marL="171450" indent="-171450" algn="l">
              <a:lnSpc>
                <a:spcPct val="150000"/>
              </a:lnSpc>
              <a:buFont typeface="Arial" panose="020B0604020202020204" pitchFamily="34" charset="0"/>
              <a:buChar char="•"/>
            </a:pPr>
            <a:r>
              <a:rPr lang="en-US" sz="1200" dirty="0">
                <a:ln/>
                <a:solidFill>
                  <a:srgbClr val="FFFFFF"/>
                </a:solidFill>
                <a:latin typeface="Dubai Light" panose="020B0303030403030204" pitchFamily="34" charset="-78"/>
                <a:cs typeface="Dubai Light" panose="020B0303030403030204" pitchFamily="34" charset="-78"/>
                <a:sym typeface="Dubai"/>
                <a:rtl val="0"/>
              </a:rPr>
              <a:t>Presentation</a:t>
            </a:r>
            <a:endParaRPr lang="en-US" sz="1200" spc="0" baseline="0" dirty="0">
              <a:ln/>
              <a:solidFill>
                <a:srgbClr val="FFFFFF"/>
              </a:solidFill>
              <a:latin typeface="Dubai Light" panose="020B0303030403030204" pitchFamily="34" charset="-78"/>
              <a:cs typeface="Dubai Light" panose="020B0303030403030204" pitchFamily="34" charset="-78"/>
              <a:sym typeface="Dubai"/>
              <a:rtl val="0"/>
            </a:endParaRPr>
          </a:p>
        </p:txBody>
      </p:sp>
      <p:grpSp>
        <p:nvGrpSpPr>
          <p:cNvPr id="12" name="Group 11">
            <a:extLst>
              <a:ext uri="{FF2B5EF4-FFF2-40B4-BE49-F238E27FC236}">
                <a16:creationId xmlns:a16="http://schemas.microsoft.com/office/drawing/2014/main" id="{50225404-FB34-935B-1879-C8CBA0AF4798}"/>
              </a:ext>
            </a:extLst>
          </p:cNvPr>
          <p:cNvGrpSpPr/>
          <p:nvPr/>
        </p:nvGrpSpPr>
        <p:grpSpPr>
          <a:xfrm>
            <a:off x="2529841" y="1810160"/>
            <a:ext cx="5029834" cy="369332"/>
            <a:chOff x="2529841" y="1810160"/>
            <a:chExt cx="5029834" cy="369332"/>
          </a:xfrm>
        </p:grpSpPr>
        <p:sp>
          <p:nvSpPr>
            <p:cNvPr id="13" name="Rectangle 12">
              <a:extLst>
                <a:ext uri="{FF2B5EF4-FFF2-40B4-BE49-F238E27FC236}">
                  <a16:creationId xmlns:a16="http://schemas.microsoft.com/office/drawing/2014/main" id="{658A1CDA-2D77-EC60-9907-4F81EE1C2990}"/>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14" name="Rectangle 13">
              <a:extLst>
                <a:ext uri="{FF2B5EF4-FFF2-40B4-BE49-F238E27FC236}">
                  <a16:creationId xmlns:a16="http://schemas.microsoft.com/office/drawing/2014/main" id="{9AACCEA4-0BBC-6DF7-0437-92BC01200050}"/>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15" name="Graphic 1521">
              <a:extLst>
                <a:ext uri="{FF2B5EF4-FFF2-40B4-BE49-F238E27FC236}">
                  <a16:creationId xmlns:a16="http://schemas.microsoft.com/office/drawing/2014/main" id="{20657BF9-C463-DC7A-3105-FFFF498C30C3}"/>
                </a:ext>
              </a:extLst>
            </p:cNvPr>
            <p:cNvSpPr txBox="1"/>
            <p:nvPr/>
          </p:nvSpPr>
          <p:spPr>
            <a:xfrm>
              <a:off x="2759425" y="1810160"/>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16" name="Graphic 1521">
            <a:extLst>
              <a:ext uri="{FF2B5EF4-FFF2-40B4-BE49-F238E27FC236}">
                <a16:creationId xmlns:a16="http://schemas.microsoft.com/office/drawing/2014/main" id="{88B195CD-B74E-6650-5A04-48072BAF9574}"/>
              </a:ext>
            </a:extLst>
          </p:cNvPr>
          <p:cNvSpPr txBox="1"/>
          <p:nvPr/>
        </p:nvSpPr>
        <p:spPr>
          <a:xfrm>
            <a:off x="2808485" y="3732646"/>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sp>
        <p:nvSpPr>
          <p:cNvPr id="17" name="TextBox 16">
            <a:extLst>
              <a:ext uri="{FF2B5EF4-FFF2-40B4-BE49-F238E27FC236}">
                <a16:creationId xmlns:a16="http://schemas.microsoft.com/office/drawing/2014/main" id="{10CC7B73-86A4-642B-DF8C-8F6316CCD5A7}"/>
              </a:ext>
            </a:extLst>
          </p:cNvPr>
          <p:cNvSpPr txBox="1"/>
          <p:nvPr/>
        </p:nvSpPr>
        <p:spPr>
          <a:xfrm>
            <a:off x="2637483" y="2158624"/>
            <a:ext cx="4494093" cy="1015663"/>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a:t>
            </a:r>
            <a:r>
              <a:rPr lang="en-US" sz="1200" dirty="0" err="1">
                <a:latin typeface="Dubai Light" panose="020B0303030403030204" pitchFamily="34" charset="-78"/>
                <a:cs typeface="Dubai Light" panose="020B0303030403030204" pitchFamily="34" charset="-78"/>
              </a:rPr>
              <a:t>vulputate</a:t>
            </a:r>
            <a:r>
              <a:rPr lang="en-US" sz="1200" dirty="0">
                <a:latin typeface="Dubai Light" panose="020B0303030403030204" pitchFamily="34" charset="-78"/>
                <a:cs typeface="Dubai Light" panose="020B0303030403030204" pitchFamily="34" charset="-78"/>
              </a:rPr>
              <a:t> </a:t>
            </a:r>
            <a:r>
              <a:rPr lang="en-US" sz="1200" dirty="0" err="1">
                <a:latin typeface="Dubai Light" panose="020B0303030403030204" pitchFamily="34" charset="-78"/>
                <a:cs typeface="Dubai Light" panose="020B0303030403030204" pitchFamily="34" charset="-78"/>
              </a:rPr>
              <a:t>velit</a:t>
            </a:r>
            <a:endParaRPr lang="en-US" sz="1200" dirty="0">
              <a:latin typeface="Dubai Light" panose="020B0303030403030204" pitchFamily="34" charset="-78"/>
              <a:cs typeface="Dubai Light" panose="020B0303030403030204" pitchFamily="34" charset="-78"/>
            </a:endParaRPr>
          </a:p>
        </p:txBody>
      </p:sp>
      <p:sp>
        <p:nvSpPr>
          <p:cNvPr id="18" name="TextBox 17">
            <a:extLst>
              <a:ext uri="{FF2B5EF4-FFF2-40B4-BE49-F238E27FC236}">
                <a16:creationId xmlns:a16="http://schemas.microsoft.com/office/drawing/2014/main" id="{44D8F827-2B66-FDDB-E11F-F4474CD1DC7B}"/>
              </a:ext>
            </a:extLst>
          </p:cNvPr>
          <p:cNvSpPr txBox="1"/>
          <p:nvPr/>
        </p:nvSpPr>
        <p:spPr>
          <a:xfrm>
            <a:off x="2637483" y="4106320"/>
            <a:ext cx="4494093" cy="646331"/>
          </a:xfrm>
          <a:prstGeom prst="rect">
            <a:avLst/>
          </a:prstGeom>
          <a:noFill/>
        </p:spPr>
        <p:txBody>
          <a:bodyPr wrap="square">
            <a:spAutoFit/>
          </a:bodyPr>
          <a:lstStyle/>
          <a:p>
            <a:r>
              <a:rPr lang="en-US" sz="1200" dirty="0">
                <a:latin typeface="Dubai Light" panose="020B0303030403030204" pitchFamily="34" charset="-78"/>
                <a:cs typeface="Dubai Light" panose="020B0303030403030204" pitchFamily="34" charset="-78"/>
              </a:rPr>
              <a:t>Lorem ipsum dolor sit amet, consectetuer adipiscing elit, sed diam nonummy nibh euismod tincidunt ut laoreet dolore magna aliquam erat volutpat. Ut wisi enim ad</a:t>
            </a:r>
          </a:p>
        </p:txBody>
      </p:sp>
      <p:sp>
        <p:nvSpPr>
          <p:cNvPr id="19" name="TextBox 18">
            <a:extLst>
              <a:ext uri="{FF2B5EF4-FFF2-40B4-BE49-F238E27FC236}">
                <a16:creationId xmlns:a16="http://schemas.microsoft.com/office/drawing/2014/main" id="{B4C224DF-7E50-D821-50A3-66518D66AEC1}"/>
              </a:ext>
            </a:extLst>
          </p:cNvPr>
          <p:cNvSpPr txBox="1"/>
          <p:nvPr/>
        </p:nvSpPr>
        <p:spPr>
          <a:xfrm>
            <a:off x="2742780" y="4710211"/>
            <a:ext cx="4494093" cy="120032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a:p>
            <a:pPr marL="285750" indent="-285750">
              <a:lnSpc>
                <a:spcPct val="120000"/>
              </a:lnSpc>
              <a:buFont typeface="Arial" panose="020B0604020202020204" pitchFamily="34" charset="0"/>
              <a:buChar char="•"/>
            </a:pPr>
            <a:r>
              <a:rPr lang="en-US" sz="1200" dirty="0">
                <a:latin typeface="Dubai Light" panose="020B0303030403030204" pitchFamily="34" charset="-78"/>
                <a:cs typeface="Dubai Light" panose="020B0303030403030204" pitchFamily="34" charset="-78"/>
              </a:rPr>
              <a:t>Lorem ipsum dolor sit amet, consectetuer</a:t>
            </a:r>
          </a:p>
        </p:txBody>
      </p:sp>
      <p:sp>
        <p:nvSpPr>
          <p:cNvPr id="20" name="TextBox 19">
            <a:extLst>
              <a:ext uri="{FF2B5EF4-FFF2-40B4-BE49-F238E27FC236}">
                <a16:creationId xmlns:a16="http://schemas.microsoft.com/office/drawing/2014/main" id="{9BFC0783-6691-3E39-EB79-00C2DEEFB638}"/>
              </a:ext>
            </a:extLst>
          </p:cNvPr>
          <p:cNvSpPr txBox="1"/>
          <p:nvPr/>
        </p:nvSpPr>
        <p:spPr>
          <a:xfrm>
            <a:off x="2702830" y="6514431"/>
            <a:ext cx="4494093" cy="461665"/>
          </a:xfrm>
          <a:prstGeom prst="rect">
            <a:avLst/>
          </a:prstGeom>
          <a:noFill/>
        </p:spPr>
        <p:txBody>
          <a:bodyPr wrap="square">
            <a:spAutoFit/>
          </a:bodyPr>
          <a:lstStyle/>
          <a:p>
            <a:r>
              <a:rPr lang="en-US" sz="1200" b="1" dirty="0">
                <a:latin typeface="Dubai" panose="020B0503030403030204" pitchFamily="34" charset="-78"/>
                <a:cs typeface="Dubai" panose="020B0503030403030204" pitchFamily="34" charset="-78"/>
              </a:rPr>
              <a:t>Lorem ipsum dolor sit amet, consectetuer adipiscing elit, sed diam nonummy nibh euismod tincidunt ut laoreet.</a:t>
            </a:r>
          </a:p>
        </p:txBody>
      </p:sp>
      <p:sp>
        <p:nvSpPr>
          <p:cNvPr id="21" name="TextBox 20">
            <a:extLst>
              <a:ext uri="{FF2B5EF4-FFF2-40B4-BE49-F238E27FC236}">
                <a16:creationId xmlns:a16="http://schemas.microsoft.com/office/drawing/2014/main" id="{DBB02FA0-B961-A568-AD70-F83862C6913A}"/>
              </a:ext>
            </a:extLst>
          </p:cNvPr>
          <p:cNvSpPr txBox="1"/>
          <p:nvPr/>
        </p:nvSpPr>
        <p:spPr>
          <a:xfrm>
            <a:off x="2702829" y="6909608"/>
            <a:ext cx="4494093" cy="313932"/>
          </a:xfrm>
          <a:prstGeom prst="rect">
            <a:avLst/>
          </a:prstGeom>
          <a:noFill/>
        </p:spPr>
        <p:txBody>
          <a:bodyPr wrap="square">
            <a:spAutoFit/>
          </a:bodyPr>
          <a:lstStyle/>
          <a:p>
            <a:pPr>
              <a:lnSpc>
                <a:spcPct val="120000"/>
              </a:lnSpc>
            </a:pPr>
            <a:r>
              <a:rPr lang="en-US" sz="1200" dirty="0">
                <a:latin typeface="Dubai Light" panose="020B0303030403030204" pitchFamily="34" charset="-78"/>
                <a:cs typeface="Dubai Light" panose="020B0303030403030204" pitchFamily="34" charset="-78"/>
              </a:rPr>
              <a:t>Lorem ipsum dolor sit amet, consectetuer</a:t>
            </a:r>
          </a:p>
        </p:txBody>
      </p:sp>
      <p:sp>
        <p:nvSpPr>
          <p:cNvPr id="22" name="TextBox 21">
            <a:extLst>
              <a:ext uri="{FF2B5EF4-FFF2-40B4-BE49-F238E27FC236}">
                <a16:creationId xmlns:a16="http://schemas.microsoft.com/office/drawing/2014/main" id="{2A3AC519-8A05-D56C-C986-06E9BD69EA27}"/>
              </a:ext>
            </a:extLst>
          </p:cNvPr>
          <p:cNvSpPr txBox="1"/>
          <p:nvPr/>
        </p:nvSpPr>
        <p:spPr>
          <a:xfrm>
            <a:off x="2902860" y="7223540"/>
            <a:ext cx="4382673" cy="252992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a:p>
            <a:pPr marL="285750" indent="-285750">
              <a:lnSpc>
                <a:spcPct val="120000"/>
              </a:lnSpc>
              <a:buFont typeface="Arial" panose="020B0604020202020204" pitchFamily="34" charset="0"/>
              <a:buChar char="•"/>
            </a:pPr>
            <a:r>
              <a:rPr lang="en-US" sz="1100" dirty="0">
                <a:latin typeface="Dubai Light" panose="020B0303030403030204" pitchFamily="34" charset="-78"/>
                <a:cs typeface="Dubai Light" panose="020B0303030403030204" pitchFamily="34" charset="-78"/>
              </a:rPr>
              <a:t>Lorem ipsum dolor sit amet, consectetuer adipiscing elit, sed diam nonummy nibh euismod tincidunt ut </a:t>
            </a:r>
          </a:p>
        </p:txBody>
      </p:sp>
      <p:cxnSp>
        <p:nvCxnSpPr>
          <p:cNvPr id="23" name="Straight Connector 22">
            <a:extLst>
              <a:ext uri="{FF2B5EF4-FFF2-40B4-BE49-F238E27FC236}">
                <a16:creationId xmlns:a16="http://schemas.microsoft.com/office/drawing/2014/main" id="{3723381B-4257-6FD5-1580-27785E13A94A}"/>
              </a:ext>
            </a:extLst>
          </p:cNvPr>
          <p:cNvCxnSpPr/>
          <p:nvPr/>
        </p:nvCxnSpPr>
        <p:spPr>
          <a:xfrm>
            <a:off x="65086" y="2948319"/>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E2E1191-9485-FE44-01B7-0E7C19A0FDA6}"/>
              </a:ext>
            </a:extLst>
          </p:cNvPr>
          <p:cNvCxnSpPr/>
          <p:nvPr/>
        </p:nvCxnSpPr>
        <p:spPr>
          <a:xfrm>
            <a:off x="65086" y="5307091"/>
            <a:ext cx="21828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647D7F02-3160-3CCB-68D8-D9755CB54231}"/>
              </a:ext>
            </a:extLst>
          </p:cNvPr>
          <p:cNvGrpSpPr/>
          <p:nvPr/>
        </p:nvGrpSpPr>
        <p:grpSpPr>
          <a:xfrm>
            <a:off x="2529841" y="3718360"/>
            <a:ext cx="5029834" cy="369332"/>
            <a:chOff x="2529841" y="1805398"/>
            <a:chExt cx="5029834" cy="369332"/>
          </a:xfrm>
        </p:grpSpPr>
        <p:sp>
          <p:nvSpPr>
            <p:cNvPr id="26" name="Rectangle 25">
              <a:extLst>
                <a:ext uri="{FF2B5EF4-FFF2-40B4-BE49-F238E27FC236}">
                  <a16:creationId xmlns:a16="http://schemas.microsoft.com/office/drawing/2014/main" id="{961CD7B3-421E-644B-9D2B-5AB540C15AF2}"/>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27" name="Rectangle 26">
              <a:extLst>
                <a:ext uri="{FF2B5EF4-FFF2-40B4-BE49-F238E27FC236}">
                  <a16:creationId xmlns:a16="http://schemas.microsoft.com/office/drawing/2014/main" id="{CA8F8574-15EF-B4FA-09F2-543F35EE7565}"/>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28" name="Graphic 1521">
              <a:extLst>
                <a:ext uri="{FF2B5EF4-FFF2-40B4-BE49-F238E27FC236}">
                  <a16:creationId xmlns:a16="http://schemas.microsoft.com/office/drawing/2014/main" id="{24EFD5C4-54F8-98C9-142B-8953A8D3A1BB}"/>
                </a:ext>
              </a:extLst>
            </p:cNvPr>
            <p:cNvSpPr txBox="1"/>
            <p:nvPr/>
          </p:nvSpPr>
          <p:spPr>
            <a:xfrm>
              <a:off x="2759425" y="1805398"/>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grpSp>
        <p:nvGrpSpPr>
          <p:cNvPr id="29" name="Group 28">
            <a:extLst>
              <a:ext uri="{FF2B5EF4-FFF2-40B4-BE49-F238E27FC236}">
                <a16:creationId xmlns:a16="http://schemas.microsoft.com/office/drawing/2014/main" id="{2ACBBF4F-2874-4618-0D9D-19E16D68E4D8}"/>
              </a:ext>
            </a:extLst>
          </p:cNvPr>
          <p:cNvGrpSpPr/>
          <p:nvPr/>
        </p:nvGrpSpPr>
        <p:grpSpPr>
          <a:xfrm>
            <a:off x="2529841" y="6114999"/>
            <a:ext cx="5029834" cy="369332"/>
            <a:chOff x="2529841" y="1807779"/>
            <a:chExt cx="5029834" cy="369332"/>
          </a:xfrm>
        </p:grpSpPr>
        <p:sp>
          <p:nvSpPr>
            <p:cNvPr id="30" name="Rectangle 29">
              <a:extLst>
                <a:ext uri="{FF2B5EF4-FFF2-40B4-BE49-F238E27FC236}">
                  <a16:creationId xmlns:a16="http://schemas.microsoft.com/office/drawing/2014/main" id="{044E8B18-B0F3-4E28-989E-425020C2C979}"/>
                </a:ext>
              </a:extLst>
            </p:cNvPr>
            <p:cNvSpPr/>
            <p:nvPr/>
          </p:nvSpPr>
          <p:spPr>
            <a:xfrm>
              <a:off x="2529841" y="1864293"/>
              <a:ext cx="5029834" cy="222876"/>
            </a:xfrm>
            <a:prstGeom prst="rect">
              <a:avLst/>
            </a:prstGeom>
            <a:solidFill>
              <a:srgbClr val="526482"/>
            </a:solidFill>
            <a:ln w="3088" cap="flat">
              <a:noFill/>
              <a:prstDash val="solid"/>
              <a:miter/>
            </a:ln>
          </p:spPr>
          <p:txBody>
            <a:bodyPr/>
            <a:lstStyle/>
            <a:p>
              <a:endParaRPr lang="en-US" dirty="0"/>
            </a:p>
          </p:txBody>
        </p:sp>
        <p:sp>
          <p:nvSpPr>
            <p:cNvPr id="31" name="Rectangle 30">
              <a:extLst>
                <a:ext uri="{FF2B5EF4-FFF2-40B4-BE49-F238E27FC236}">
                  <a16:creationId xmlns:a16="http://schemas.microsoft.com/office/drawing/2014/main" id="{D87E6BDC-2423-E9ED-6897-D53F24215420}"/>
                </a:ext>
              </a:extLst>
            </p:cNvPr>
            <p:cNvSpPr/>
            <p:nvPr/>
          </p:nvSpPr>
          <p:spPr>
            <a:xfrm>
              <a:off x="2586437" y="1917534"/>
              <a:ext cx="116393" cy="116393"/>
            </a:xfrm>
            <a:prstGeom prst="rect">
              <a:avLst/>
            </a:prstGeom>
            <a:solidFill>
              <a:srgbClr val="FFFFFF"/>
            </a:solidFill>
            <a:ln w="3088" cap="flat">
              <a:noFill/>
              <a:prstDash val="solid"/>
              <a:miter/>
            </a:ln>
          </p:spPr>
          <p:txBody>
            <a:bodyPr/>
            <a:lstStyle/>
            <a:p>
              <a:endParaRPr lang="en-US" dirty="0"/>
            </a:p>
          </p:txBody>
        </p:sp>
        <p:sp>
          <p:nvSpPr>
            <p:cNvPr id="32" name="Graphic 1521">
              <a:extLst>
                <a:ext uri="{FF2B5EF4-FFF2-40B4-BE49-F238E27FC236}">
                  <a16:creationId xmlns:a16="http://schemas.microsoft.com/office/drawing/2014/main" id="{181F82B3-C0FD-13CD-5E83-5C6EDB564A9A}"/>
                </a:ext>
              </a:extLst>
            </p:cNvPr>
            <p:cNvSpPr txBox="1"/>
            <p:nvPr/>
          </p:nvSpPr>
          <p:spPr>
            <a:xfrm>
              <a:off x="2759425" y="1807779"/>
              <a:ext cx="1404744" cy="369332"/>
            </a:xfrm>
            <a:prstGeom prst="rect">
              <a:avLst/>
            </a:prstGeom>
            <a:noFill/>
          </p:spPr>
          <p:txBody>
            <a:bodyPr wrap="none" rtlCol="0">
              <a:spAutoFit/>
            </a:bodyPr>
            <a:lstStyle/>
            <a:p>
              <a:pPr algn="l"/>
              <a:r>
                <a:rPr lang="en-US" spc="0" baseline="0" dirty="0">
                  <a:ln/>
                  <a:solidFill>
                    <a:srgbClr val="FFFFFF"/>
                  </a:solidFill>
                  <a:latin typeface="Dubai"/>
                  <a:cs typeface="Dubai"/>
                  <a:sym typeface="Dubai"/>
                  <a:rtl val="0"/>
                </a:rPr>
                <a:t>Lorem ipsum</a:t>
              </a:r>
            </a:p>
          </p:txBody>
        </p:sp>
      </p:grpSp>
      <p:sp>
        <p:nvSpPr>
          <p:cNvPr id="781" name="Freeform: Shape 780">
            <a:extLst>
              <a:ext uri="{FF2B5EF4-FFF2-40B4-BE49-F238E27FC236}">
                <a16:creationId xmlns:a16="http://schemas.microsoft.com/office/drawing/2014/main" id="{08CE32C7-7D4C-E44D-43FE-3DEF990C048D}"/>
              </a:ext>
            </a:extLst>
          </p:cNvPr>
          <p:cNvSpPr/>
          <p:nvPr/>
        </p:nvSpPr>
        <p:spPr>
          <a:xfrm>
            <a:off x="1131553" y="399991"/>
            <a:ext cx="6428121" cy="1017329"/>
          </a:xfrm>
          <a:custGeom>
            <a:avLst/>
            <a:gdLst>
              <a:gd name="csX0" fmla="*/ 5057900 w 6428121"/>
              <a:gd name="csY0" fmla="*/ 0 h 1017329"/>
              <a:gd name="csX1" fmla="*/ 494 w 6428121"/>
              <a:gd name="csY1" fmla="*/ 0 h 1017329"/>
              <a:gd name="csX2" fmla="*/ 0 w 6428121"/>
              <a:gd name="csY2" fmla="*/ 1017330 h 1017329"/>
              <a:gd name="csX3" fmla="*/ 6428122 w 6428121"/>
              <a:gd name="csY3" fmla="*/ 1017330 h 1017329"/>
              <a:gd name="csX4" fmla="*/ 6428122 w 6428121"/>
              <a:gd name="csY4" fmla="*/ 0 h 1017329"/>
            </a:gdLst>
            <a:ahLst/>
            <a:cxnLst>
              <a:cxn ang="0">
                <a:pos x="csX0" y="csY0"/>
              </a:cxn>
              <a:cxn ang="0">
                <a:pos x="csX1" y="csY1"/>
              </a:cxn>
              <a:cxn ang="0">
                <a:pos x="csX2" y="csY2"/>
              </a:cxn>
              <a:cxn ang="0">
                <a:pos x="csX3" y="csY3"/>
              </a:cxn>
              <a:cxn ang="0">
                <a:pos x="csX4" y="csY4"/>
              </a:cxn>
            </a:cxnLst>
            <a:rect l="l" t="t" r="r" b="b"/>
            <a:pathLst>
              <a:path w="6428121" h="1017329">
                <a:moveTo>
                  <a:pt x="5057900" y="0"/>
                </a:moveTo>
                <a:lnTo>
                  <a:pt x="494" y="0"/>
                </a:lnTo>
                <a:cubicBezTo>
                  <a:pt x="330" y="339120"/>
                  <a:pt x="164" y="678231"/>
                  <a:pt x="0" y="1017330"/>
                </a:cubicBezTo>
                <a:lnTo>
                  <a:pt x="6428122" y="1017330"/>
                </a:lnTo>
                <a:lnTo>
                  <a:pt x="6428122" y="0"/>
                </a:lnTo>
                <a:close/>
              </a:path>
            </a:pathLst>
          </a:custGeom>
          <a:solidFill>
            <a:srgbClr val="526482"/>
          </a:solidFill>
          <a:ln w="3088" cap="flat">
            <a:noFill/>
            <a:prstDash val="solid"/>
            <a:miter/>
          </a:ln>
        </p:spPr>
        <p:txBody>
          <a:bodyPr/>
          <a:lstStyle/>
          <a:p>
            <a:endParaRPr lang="en-US" dirty="0"/>
          </a:p>
        </p:txBody>
      </p:sp>
      <p:sp>
        <p:nvSpPr>
          <p:cNvPr id="782" name="Freeform: Shape 781">
            <a:extLst>
              <a:ext uri="{FF2B5EF4-FFF2-40B4-BE49-F238E27FC236}">
                <a16:creationId xmlns:a16="http://schemas.microsoft.com/office/drawing/2014/main" id="{2A31C94C-9825-C5C9-432A-439C6D55E30E}"/>
              </a:ext>
            </a:extLst>
          </p:cNvPr>
          <p:cNvSpPr/>
          <p:nvPr/>
        </p:nvSpPr>
        <p:spPr>
          <a:xfrm>
            <a:off x="851598" y="399991"/>
            <a:ext cx="148592" cy="1017329"/>
          </a:xfrm>
          <a:custGeom>
            <a:avLst/>
            <a:gdLst>
              <a:gd name="csX0" fmla="*/ 116910 w 148592"/>
              <a:gd name="csY0" fmla="*/ 0 h 1017329"/>
              <a:gd name="csX1" fmla="*/ 0 w 148592"/>
              <a:gd name="csY1" fmla="*/ 0 h 1017329"/>
              <a:gd name="csX2" fmla="*/ 0 w 148592"/>
              <a:gd name="csY2" fmla="*/ 1017330 h 1017329"/>
              <a:gd name="csX3" fmla="*/ 148593 w 148592"/>
              <a:gd name="csY3" fmla="*/ 1017330 h 1017329"/>
              <a:gd name="csX4" fmla="*/ 148593 w 148592"/>
              <a:gd name="csY4" fmla="*/ 0 h 1017329"/>
            </a:gdLst>
            <a:ahLst/>
            <a:cxnLst>
              <a:cxn ang="0">
                <a:pos x="csX0" y="csY0"/>
              </a:cxn>
              <a:cxn ang="0">
                <a:pos x="csX1" y="csY1"/>
              </a:cxn>
              <a:cxn ang="0">
                <a:pos x="csX2" y="csY2"/>
              </a:cxn>
              <a:cxn ang="0">
                <a:pos x="csX3" y="csY3"/>
              </a:cxn>
              <a:cxn ang="0">
                <a:pos x="csX4" y="csY4"/>
              </a:cxn>
            </a:cxnLst>
            <a:rect l="l" t="t" r="r" b="b"/>
            <a:pathLst>
              <a:path w="148592" h="1017329">
                <a:moveTo>
                  <a:pt x="116910" y="0"/>
                </a:moveTo>
                <a:lnTo>
                  <a:pt x="0" y="0"/>
                </a:lnTo>
                <a:lnTo>
                  <a:pt x="0" y="1017330"/>
                </a:lnTo>
                <a:lnTo>
                  <a:pt x="148593" y="1017330"/>
                </a:lnTo>
                <a:lnTo>
                  <a:pt x="148593" y="0"/>
                </a:lnTo>
                <a:close/>
              </a:path>
            </a:pathLst>
          </a:custGeom>
          <a:solidFill>
            <a:srgbClr val="526482"/>
          </a:solidFill>
          <a:ln w="3088" cap="flat">
            <a:noFill/>
            <a:prstDash val="solid"/>
            <a:miter/>
          </a:ln>
        </p:spPr>
        <p:txBody>
          <a:bodyPr/>
          <a:lstStyle/>
          <a:p>
            <a:endParaRPr lang="en-US" dirty="0"/>
          </a:p>
        </p:txBody>
      </p:sp>
      <p:sp>
        <p:nvSpPr>
          <p:cNvPr id="783" name="Freeform: Shape 782">
            <a:extLst>
              <a:ext uri="{FF2B5EF4-FFF2-40B4-BE49-F238E27FC236}">
                <a16:creationId xmlns:a16="http://schemas.microsoft.com/office/drawing/2014/main" id="{E9126276-619F-4582-0B25-8906C950B4B1}"/>
              </a:ext>
            </a:extLst>
          </p:cNvPr>
          <p:cNvSpPr/>
          <p:nvPr/>
        </p:nvSpPr>
        <p:spPr>
          <a:xfrm>
            <a:off x="2888265" y="10626957"/>
            <a:ext cx="4506759" cy="3087"/>
          </a:xfrm>
          <a:custGeom>
            <a:avLst/>
            <a:gdLst>
              <a:gd name="csX0" fmla="*/ 0 w 4506759"/>
              <a:gd name="csY0" fmla="*/ 0 h 3087"/>
              <a:gd name="csX1" fmla="*/ 4506760 w 4506759"/>
              <a:gd name="csY1" fmla="*/ 0 h 3087"/>
            </a:gdLst>
            <a:ahLst/>
            <a:cxnLst>
              <a:cxn ang="0">
                <a:pos x="csX0" y="csY0"/>
              </a:cxn>
              <a:cxn ang="0">
                <a:pos x="csX1" y="csY1"/>
              </a:cxn>
            </a:cxnLst>
            <a:rect l="l" t="t" r="r" b="b"/>
            <a:pathLst>
              <a:path w="4506759" h="3087">
                <a:moveTo>
                  <a:pt x="0" y="0"/>
                </a:moveTo>
                <a:lnTo>
                  <a:pt x="4506760" y="0"/>
                </a:lnTo>
              </a:path>
            </a:pathLst>
          </a:custGeom>
          <a:ln w="9264" cap="flat">
            <a:solidFill>
              <a:srgbClr val="1E4264"/>
            </a:solidFill>
            <a:prstDash val="solid"/>
            <a:miter/>
          </a:ln>
        </p:spPr>
        <p:txBody>
          <a:bodyPr/>
          <a:lstStyle/>
          <a:p>
            <a:endParaRPr lang="en-US" dirty="0"/>
          </a:p>
        </p:txBody>
      </p:sp>
      <p:pic>
        <p:nvPicPr>
          <p:cNvPr id="1483" name="Graphic 1482">
            <a:extLst>
              <a:ext uri="{FF2B5EF4-FFF2-40B4-BE49-F238E27FC236}">
                <a16:creationId xmlns:a16="http://schemas.microsoft.com/office/drawing/2014/main" id="{B17FD0AC-94ED-D120-1501-1837E4B052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903" y="8264625"/>
            <a:ext cx="2078487" cy="2081786"/>
          </a:xfrm>
          <a:prstGeom prst="rect">
            <a:avLst/>
          </a:prstGeom>
        </p:spPr>
      </p:pic>
      <p:sp>
        <p:nvSpPr>
          <p:cNvPr id="1519" name="TextBox 1518">
            <a:extLst>
              <a:ext uri="{FF2B5EF4-FFF2-40B4-BE49-F238E27FC236}">
                <a16:creationId xmlns:a16="http://schemas.microsoft.com/office/drawing/2014/main" id="{67ED8460-4BC7-70AD-892C-077F176C3923}"/>
              </a:ext>
            </a:extLst>
          </p:cNvPr>
          <p:cNvSpPr txBox="1"/>
          <p:nvPr/>
        </p:nvSpPr>
        <p:spPr>
          <a:xfrm>
            <a:off x="1330881" y="464241"/>
            <a:ext cx="3976153" cy="584775"/>
          </a:xfrm>
          <a:prstGeom prst="rect">
            <a:avLst/>
          </a:prstGeom>
          <a:noFill/>
        </p:spPr>
        <p:txBody>
          <a:bodyPr wrap="none" rtlCol="0">
            <a:spAutoFit/>
          </a:bodyPr>
          <a:lstStyle/>
          <a:p>
            <a:pPr algn="l"/>
            <a:r>
              <a:rPr lang="en-US" sz="3200" b="1" spc="0" baseline="0" dirty="0">
                <a:ln/>
                <a:solidFill>
                  <a:srgbClr val="FFFFFF"/>
                </a:solidFill>
                <a:latin typeface="Dubai"/>
                <a:cs typeface="Dubai"/>
                <a:sym typeface="Dubai"/>
                <a:rtl val="0"/>
              </a:rPr>
              <a:t>ENG. </a:t>
            </a:r>
            <a:r>
              <a:rPr lang="en-GB" sz="3200" b="1" spc="0" baseline="0" dirty="0">
                <a:ln/>
                <a:solidFill>
                  <a:srgbClr val="FFFFFF"/>
                </a:solidFill>
                <a:latin typeface="Dubai"/>
                <a:cs typeface="Dubai"/>
                <a:sym typeface="Dubai"/>
                <a:rtl val="0"/>
              </a:rPr>
              <a:t>Mohamed Omar</a:t>
            </a:r>
            <a:endParaRPr lang="en-US" sz="3200" b="1" spc="0" baseline="0" dirty="0">
              <a:ln/>
              <a:solidFill>
                <a:srgbClr val="FFFFFF"/>
              </a:solidFill>
              <a:latin typeface="Dubai"/>
              <a:cs typeface="Dubai"/>
              <a:sym typeface="Dubai"/>
              <a:rtl val="0"/>
            </a:endParaRPr>
          </a:p>
        </p:txBody>
      </p:sp>
      <p:sp>
        <p:nvSpPr>
          <p:cNvPr id="1520" name="TextBox 1519">
            <a:extLst>
              <a:ext uri="{FF2B5EF4-FFF2-40B4-BE49-F238E27FC236}">
                <a16:creationId xmlns:a16="http://schemas.microsoft.com/office/drawing/2014/main" id="{279818F7-C55F-EFFF-4A94-C26B2AE96879}"/>
              </a:ext>
            </a:extLst>
          </p:cNvPr>
          <p:cNvSpPr txBox="1"/>
          <p:nvPr/>
        </p:nvSpPr>
        <p:spPr>
          <a:xfrm>
            <a:off x="1330881" y="916727"/>
            <a:ext cx="3631572" cy="400110"/>
          </a:xfrm>
          <a:prstGeom prst="rect">
            <a:avLst/>
          </a:prstGeom>
          <a:noFill/>
        </p:spPr>
        <p:txBody>
          <a:bodyPr wrap="none" rtlCol="0">
            <a:spAutoFit/>
          </a:bodyPr>
          <a:lstStyle/>
          <a:p>
            <a:pPr algn="l"/>
            <a:r>
              <a:rPr lang="en-US" sz="2000" spc="0" baseline="0" dirty="0">
                <a:ln/>
                <a:solidFill>
                  <a:srgbClr val="FFFFFF"/>
                </a:solidFill>
                <a:latin typeface="Dubai Light" panose="020B0303030403030204" pitchFamily="34" charset="-78"/>
                <a:cs typeface="Dubai Light" panose="020B0303030403030204" pitchFamily="34" charset="-78"/>
                <a:sym typeface="Dubai"/>
                <a:rtl val="0"/>
              </a:rPr>
              <a:t>International Business Consultant</a:t>
            </a:r>
          </a:p>
        </p:txBody>
      </p:sp>
    </p:spTree>
    <p:extLst>
      <p:ext uri="{BB962C8B-B14F-4D97-AF65-F5344CB8AC3E}">
        <p14:creationId xmlns:p14="http://schemas.microsoft.com/office/powerpoint/2010/main" val="14723743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65</TotalTime>
  <Words>4755</Words>
  <Application>Microsoft Office PowerPoint</Application>
  <PresentationFormat>Custom</PresentationFormat>
  <Paragraphs>527</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Dubai</vt:lpstr>
      <vt:lpstr>Dubai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Badr Eldin</dc:creator>
  <cp:lastModifiedBy>Ahmed Badr Eldin</cp:lastModifiedBy>
  <cp:revision>2</cp:revision>
  <dcterms:created xsi:type="dcterms:W3CDTF">2026-08-25T09:10:36Z</dcterms:created>
  <dcterms:modified xsi:type="dcterms:W3CDTF">2026-08-25T10:17:23Z</dcterms:modified>
</cp:coreProperties>
</file>